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2026-02-14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8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8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5件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 Series G終結で評価額3800億ドル達成：GIC・Coatueら国際投資家参加、年間売上14億ドルから新推定25億ドルへ急伸。Super Bowl広告戦略とClaude Code企業導入が牽引。CEO Dario Amodeiら7名の共同創設者が各6.8億ドル資産保有、個人資産でSam Alt...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xAI人員流出危機：SpaceX合併後、共同創設者6名(計12名中)が離職表明。Tony Wu・Jimmy Baら主要研究者が「月面基地」構想に疑問を表示、テック企業離職者が新ベンチャー立ち上げ準備。Elon Muskが「組織の進化」と正当化試みるも、リーダーシップ空白感が業界内で深刻視。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AI設備投資への市場逆風：Google・Microsoft・Amazon・Meta 4社が過去1週間で950億ドルの時価総額喪失。四半期決算後、CapEx重視から収益性・EPS重視へ評価基準転換。Microsoft CFO Amy Hoodの『コンピュート不足』発言が市場心理を刺激、テック企業が『インフラ企業化』への適...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07492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074920"/>
            <a:ext cx="54864" cy="68580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85800" y="5184648"/>
            <a:ext cx="384048" cy="384048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1846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14807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エンタープライズAI競争が本格化：Cohere年間売上240百万ドル達成(目標200)でIPO迫近、Claude Code導入企業がSpotifyなど大手で急増。OpenAI GPT-5.3 Codex同日リリースで直接対抗、MiniMaxのM2.5が1/20のコスト効率で脅威。企業向けAIプラットフォーム市場が3社鼎...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85216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85216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5800" y="59618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961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8720" y="592531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インフラ制約が新地政学リスク化：電力・GPU・データセンター用地が2029-2030年まで絶対制約に。6州でデータセンター規制法成立、地域での政治的反発が『AI開発速度制限要因』に転化。Brookfield $100B AI基金・Microsoft原発契約など資金集約的なインフラソリューション台頭で、競争が『ハードウェ...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[UPDATE] Anthropic Series G $30B調達で評価額3800億ドルに達成、7名共同創設者の個人資産が各6.8億ドルに倍増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005840" cy="256032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Business  |  ★★★★★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61C"/>
                </a:solidFill>
                <a:latin typeface="Meiryo"/>
              </a:defRPr>
            </a:pPr>
            <a:r>
              <a:t>&gt;&gt; 前日報道された資金調達完了に続き、本日はビジネスインパクト面での詳細確認。年間売上が推定25B$（前報14B$から大幅上方修正）、共同創設者個人資産がSam Altmanを上回ることが新報。IPO時期『12-18ヶ月以内』の業界推測が強化。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Anthropicが過去最大規模となるSeries G $30B資金調達をクローズし、企業評価額が前回（2025年9月）の183B$からほぼ倍増し380B$に到達。GIC（シンガポール政府系ファンド）とCoatueが主導投資家、Qatar Investment Authority・Microsoft・NVIDIAなど国家・大型機関投資家が参加。年間売上推定値が新たに25億ドル（前年比4倍）と確定。Dario Amodei CEO他7名の共同創設者が各1.8%株式保有し、個人資産各6.8億ドル相当に到達。OpenAIの私的評価500B$に比べしてはなお劣位だが、共同創設者個人資産ではSam Altman（30億ドル）を上回る転換点を記録。Claude CodeのエンタープライズAPI販売が急伸、企業顧客の60%以上が複数Claude製品を並行利用中。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IPO市場への期待感が急騰。OpenAI（500B$私的評価、IPO時期未定）・SpaceX/xAI（2026年末IPO予定）の動き加速を促発。Anthropic自身も『12-18ヶ月以内IPO検討』（業界報道）と報じられ、2027年Q1-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Anthropic IPO時の企業価値想定は500-800B$（市場推測）。IPO時の公開情報開示により『AI安全性研究への投資水準』『モデル訓練コスト・インフラコスト実績』が明らかになり、投資家層のAI企業評価モデルが『ハイプサイクル段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①IPO時の企業価値膨張リスク：現在の380B$評価が市場心理上の泡沫要素を含む可能性。②モデル開発の『差別化困難化』：OpenAI GPT-5.3、Google Gemini 3との技術格差が徐々に縮小する見通し。③エンタープライズ顧客の</a:t>
            </a:r>
          </a:p>
        </p:txBody>
      </p:sp>
      <p:pic>
        <p:nvPicPr>
          <p:cNvPr id="31" name="Picture 30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企業動向比較マトリクス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480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474720"/>
                <a:gridCol w="914400"/>
                <a:gridCol w="3047695"/>
              </a:tblGrid>
              <a:tr h="64007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企業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注力分野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主要アクション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動向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強み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エンタープライズAI・コーディング自動化・安全性研究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Series G $30B調達（評価額380B）、Claude Code エンタープライズ版拡大、Spotify・医療企業等での導入加速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共同創設者資本層結集（7名各6.8B$保有）、エンタープライズ顧客60%が複数製品利用、安全性イメージの確立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汎用AGI・コーディング自動化（Codex系）・政治的影響力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GPT-5.3 Codex同日リリース、Cerebras専用チップ採用による低遅延実現、LeadingtheFuture政治団体支援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GPT-5.3高性能、企業顧客基盤、政治的な親OpenAI陣営形成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xAI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推論・Grok・宇宙データセンター構想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SpaceX合併、月面基地・100GW宇宙太陽光発電計画、共同創設者6名離職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CC3333"/>
                          </a:solidFill>
                          <a:latin typeface="Meiryo"/>
                        </a:defRPr>
                      </a:pPr>
                      <a:r>
                        <a:t>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SpaceXのロケット資産、Musk個人の注目度、宇宙インフラ構想の突破性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Gemini・Project Suncatcher・企業向けAI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データセンター設備投資50B$（NY・TX）、AI広告フォーマット再発明、Project Suncatcher（衛星TPU）継続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インフラ投資スケール、研究基盤、AI規制への先制的対応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Microsoft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OpenAI依存脱却・独立AI開発・エンタープライズ統合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AI責任者Suleyman『真の自給自足』宣言、Copilot統合拡大、原発電力確保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Windows・Office統合、企業顧客ロック、Azure基盤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Cohere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エンタープライズAI・効率的モデル・IPO準備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年間売上$240M達成（目標$200M超過達成）、IPO時期『近い』宣言、Command企業版展開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GPU効率・コスト競争力（1/20 Claude Opus 4.6）、Nvidia・Salesforce・AMD支援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79"/>
            <a:ext cx="2011680" cy="32004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Anthropic  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5669279"/>
            <a:ext cx="2011680" cy="32004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OpenAI  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5669279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xAI  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5669279"/>
            <a:ext cx="2011680" cy="32004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Google  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5669279"/>
            <a:ext cx="2011680" cy="32004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Microsoft  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トレンドフロー分析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Anthropic資金調達の『スピンオフ効果』：IPO市場への道筋が急加速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 Series G $30B調達で評価額が183B→380B（倍増）に達した意義は単なる資金量ではなく、『エンタープライズAI市場の実在性証明』にある。GIC（シンガポール政府系ファンド）・Qatar Investment Authorityら国家レベルの機関投資家参入は、AI企業がもはや投機対象ではなく『インフラ・エネルギー企業化』を意味する。年間売上推定値25億ドルは前年比4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8803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880360"/>
            <a:ext cx="1188720" cy="27432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Microsoft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xAI『月面基地』構想と現実：エスケープ志向がAI競争構図を反映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Elon Muskが『月面で太陽系規模のスーパーコンピューター製造』を掲げた背景は、Earthベースの地政学的制約への『逃避戦略』である。SpaceX合併後の共同創設者6名離職（計12名中50％喪失）という危機的状況下での宇宙データセンター構想発表は、『内部矛盾の外部転嫁』と解釈可能。Tony Wu（推論リード）・Jimmy Ba（安全性リード）ら最高頭脳が『月面の非現実性よりもEarth上での小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xAI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8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SpaceX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700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テック5社 $3兆設備投資への市場信認危機：『CapEx正当化』の終焉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Google・Microsoft・Amazon・Meta・Oracle5社が2026年に$600B超（昨年比60%増）の設備投資を計画している中、四半期決算後に950億ドルの時価総額喪失が生じた事象は、『AI投資の収益化見通しに対する市場疑問』を示唆する。従来のテック企業評価軸『アグレッシブなCapEx（成長シグナル）』から『EPS・収益性重視』への転換は、『AI開発が本当に経済価値を生成するの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394960"/>
            <a:ext cx="1188720" cy="27432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Microsoft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48840" y="53949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48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2900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9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Amazon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60" y="5394960"/>
            <a:ext cx="1188720" cy="27432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Meta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760720" y="20116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>
            <a:off x="3063240" y="3300984"/>
            <a:ext cx="274320" cy="201168"/>
          </a:xfrm>
          <a:prstGeom prst="down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[UPDATE] xAI共同創設者6名が次々離職、SpaceX合併後の大規模リストラ。Elon Muskが『月面基地』構想で組織刷新を正当化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30759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&gt;&gt; 前日の『離職発生報道』に続き、本日追加で3名の離職公表確認。特に『推論・安全性・モデル最適化』の3領域リーダー同時喪失が新情報。Muskの『月面基地』構想発表がリーダーシップ失落のカバーアップと業界解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50876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xAIがSpaceXとの合併後わずか1-2週間で共同創設者12名のうち6名が公開離職を表明。Yuhuai (Tony) Wu（推論リード）、Jimmy Ba（研究・安全性リード）が先陣を切り、続いて10名以上の主要エンジニア（Hang Gao、Chace Lee、Andrew M...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xAIの『frontier model開発速度』が確実に減速。Grok v3.0予定リリースの遅延可能性が高い。一方、離職者群が『新ベンチャー立ち上げ』動向を示すことで、AI人材市場での『xAI離職者プレミアム』（有能さの証明）が形成。OpenAI・Anthropic・Google DeepMindなど大手が『xAI離職人材の引き抜き競争』に本格化する見通し。Muskのカリスマが『人事管理能力欠如...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TechCrunch / The Verge / The New York Times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テック5社 4-6月決算発表後に時価総額950億ドル喪失：AI設備投資への市場心理が反転、『CapEx正当化戦略』に終止符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Google・Microsoft・Amazon・Meta・Oracle5社が2026年度の設備投資計画として$600B超（前年比60%増加）を発表。直後の四半期決算リアクションで、Google・Microsoft・Meta・Amazon 4社が過去1週間で合計950億ドルの時価総...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テック5社の四半期決算時に『CapEx前年比40-60%増加見通し』を発表した直後の『時価総額950B$喪失』は『AI投資バブルの初期調整局面』を示唆。2026年第3-4四半期にかけて、テック大手が『インフラアウトソーシング戦略への転換発表』を行う可能性が高い（Brookfield・Digital Bridge等への資産売却、利用権契約への転換）。結果として『AI開発速度の相対的鈍化』が2026年...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Google  |  Business  |  CNBC / Reuters / Wall Street Journal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Cohere年間売上$240M達成で目標超過、IPO『近期』での実行見通し強化。エンタープライズAI市場がOpenAI・Anthropic・Cohereの三極構図へ加速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カナダのAI企業Cohereが2025年度の年間経常利益（ARR）が$240M に到達（目標$200M超過達成）と投資家向けメモで報告。CEO Aidan Gomez『IPO soon in 2026』と明言。Cohere主力製品『Command』ファミリーのエンタープライズGP...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Cohereの『第三勢力確立』により、エンタープライズAI市場が『三極寡占化』へ向かう。OpenAI（『汎用能力・研究先進性』重視企業向け）・Anthropic（『安全性・compliance重視』企業向け）・Cohere（『低コスト・効率性重視』企業向け）への『棲み分け』進行。IPO実行により、2027年Q2までに『エンタープライズAI IPO 3社完了』（OpenAI・Anthropic・Co...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CNBC / TechCrunch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Meta Indiana データセンター $10B投資＋1GW電力確保：Big Tech AI基盤建設が『インフラ戦争』へ勃発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Meta Platforms がIndiana州でのAI データセンター建設に$10B投資・1ギガワット（GW）電力確保を発表。同時期Google・Microsoft等も同規模投資を展開。『AI訓練用超大型施設』の建設競争により、『電力・土地・GPU』資源の『大型企業による独占化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Indianaを含む『米国中西部』での『AI infrastructure 争奪戦』が本格化。Microsoft Wisconsin計画での『地域反発』経験を受け、Meta・Google・Amazon が『コミュニティ利益共有モデル』（電力割引供給等）提示。結果として『地域電力料金上昇』が『一般消費者負担』を招く見通し。Trump政権『AI infrastructure支援政策』（税制優遇・FCC...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Meta  |  Infrastructure  |  Meta Official Announcement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MiniMax『M2.5 Lightning』中国で$1/hour frontier model として台頭：西側AI企業の『高コスト優位性』崩壊、アジア企業の『低コスト攻勢』が業界勢力図を転換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中国AI企業MiniMaxがopenweight model『M2.5』『M2.5 Lightning』をリリース。Anthropic Claude Opus 4.6の『1/20コスト』（$0.15/task vs $3.0/task）で『near state-of-the-ar...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『AI model commodity化』が加速。西側企業（OpenAI $3/task、Anthropic $3/task）の『premium pricing strategy』が『Asian low-cost offensive』により無力化。『enterprise顧客』の『multiple vendor strategy』が進行し、『価格敏感』な application（internal t...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LLM  |  VentureBeat / LinkedIn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2026年2月中旬のグローバルAI市場は、『資金調達ラウンド過熱』と『市場心理反転』の『二層構造』を示す。米国・欧州ではOpenAI・Anthropic・Google等による『frontier AI development競争』が資金・人材・GPUを吸収し続けることで『市場寡占化』が急進。一方で『AI infrastructure constraint』（電力・GPU・land）が『地政学化』し、『regulatory barrier』（state-level data center regulation等）が『development speed制限要因』へ転化。アジア（中国・インド）ではMiniMax・Zhipu等の『low-cost model offensive』がOpenAI・Anthropicの『premium pricing strategy』を瓦解させつつある局面。Europ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米国『frontier AI開発』（OpenAI・Anthropic・Google）が『global standard setting』を独占する一方で、『AI infrastructure』（電力・GPU供給）の『constraint』が『開発speed制限...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中国『low-cost AI model』（MiniMax・Zhipu）の『global market intrusion』が『western premium pricing』を無効化し、『global AI economy』が『price competiti...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『AI infrastructure politics』（電力・land・GPU supply）の『深刻化』により、『AI企業の地政学的dependence』が強化される見通し。『US export control』『China tech sanctions』...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『space-based computing』等の『non-realistic solution』への退避志向が『Earth上のAI infrastructure problem』の『根本的困難性』を露呈。『renewable energy + distrib...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6655" y="50749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56655" y="50749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66383" y="52578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6383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51480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『agentic commerce・AI-native business model』への転換により、『traditional business model』（retail・advertising・logistics）が『AI dependency』を強いられ...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NTT・KDDI・SoftBank『domestic telecom monopolies』による『AI infrastructure投資』が『regional lock-in』を形成し、『global AI market』からの『日本市場separatism』が加速する見通し。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Fujitsu・NEC等『legacy IT vendor』の『global relevance喪失』により、『日本企業の海外顧客base』が『APAC region』に限定化。『yen depreciation』による『価格競争力』のみが『競争手段』へ転落。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『Japanese language LLM』（Fujitsu Takane等）の『limited global market』（&lt;2% global share）による『revenue scale limit』が『AI企業の成長性評価』を低減し、『venture funding...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29768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449884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4988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37083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『AI talent drain』（Japan→US/China/Southeast Asia）により『domestic AI research capacity』が『5-10年ラグ』で『global frontier』から後退する見通し。『education system改革』...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5780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25780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8368" y="545896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4589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33095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『Japan domestic market』での『AI adoption』（enterprise・consumer）が『global leader企業』（OpenAI・Google等）による『SaaS cloud service dependency』に強制されるため、『dat...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経済産業省・情報通信研究機構（NICT）：『Japanese-specific frontier AI model』開発への『国家規模投資』（年間予算$500M-1B）実行。対象は『Japanese language native capability』『cultural con...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NTT・KDDI・SoftBank：『domestic AI infrastructure monopoly回避』のため『international collaboration』（Google Cloud・Microsoft Azure partnership等）による『tech...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Fujitsu・NEC・ソニー：『edge AI computing』（on-device・lightweight model）での『global market leadership』追求への『R&amp;D resource concentration』。『MONAKA』『lightw...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日本ベンチャー・キャピタル協会・経産省：『AI startup ecosystem』の『global talent attraction』のための『visa simplification』『grant program』実行。対象：Asia-Pacific region からの『A...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56655" y="5742432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293815" y="5971032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93815" y="5971032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05295" y="5833872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総務省・文部科学省：『AI人材育成』の『curriculum standardization』（大学・高専・coding bootcamp）による『10年timeline』での『talent pipeline再構築』。対象：『high school AI education』『u...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Latitude Media / Stephen Lacey analysis: https://www.latitudemedia.com/news/open-circuit-are-investors-losing-faith-in-the-ai-infrastructure-frenzy/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VentureBeat / LinkedIn: https://venturebeat.com/technology/minimaxs-new-open-m2-5-and-m2-5-lightning-near-state-of-the-art-while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Fujitsu Press Release / NHK World: https://global.fujitsu/ja-jp/pr/news/2026/02/13-01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 / Reuters / Wall Street Journal: https://www.cnbc.com/2026/02/13/tech-download-newsletter-ai-capex-hyperscalers.html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 / TechCrunch: https://www.cnbc.com/2026/02/13/coheres-240m-year-sets-stage-for-ipo.html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Meta Official Announcement: https://www.instagram.com/p/DUrDoG-iNqb/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 / The Verge / The New York Times: https://techcrunch.com/2026/02/13/senior-engineers-including-co-founders-exit-xai-amid-controversy/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 / The Guardian / AP News: https://www.cnbc.com/2026/02/12/anthropic-closes-30-billion-funding-round-at-380-billion-valuation.html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本レポートは生成AIにより自動作成されており、一部ハルシネーションを含む可能性があります。元記事URLから一次情報をご確認ください。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