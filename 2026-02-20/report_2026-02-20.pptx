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05BAB"/>
                </a:solidFill>
                <a:latin typeface="Meiryo"/>
              </a:defRPr>
            </a:pPr>
            <a:r>
              <a:t>AI News Daily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00400"/>
            <a:ext cx="2743200" cy="4572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6C757D"/>
                </a:solidFill>
                <a:latin typeface="Meiryo"/>
              </a:defRPr>
            </a:pPr>
            <a:r>
              <a:t>2026-02-20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754880"/>
            <a:ext cx="2743200" cy="10058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4754880"/>
            <a:ext cx="2743200" cy="36576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86460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5BAB"/>
                </a:solidFill>
                <a:latin typeface="Meiryo"/>
              </a:rPr>
              <a:t>10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94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Total News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4754880"/>
            <a:ext cx="2743200" cy="10058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0" y="4754880"/>
            <a:ext cx="2743200" cy="36576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486460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5BAB"/>
                </a:solidFill>
                <a:latin typeface="Meiryo"/>
              </a:rPr>
              <a:t>5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5394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High Impact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4754880"/>
            <a:ext cx="2743200" cy="10058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0" y="4754880"/>
            <a:ext cx="2743200" cy="36576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486460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5BAB"/>
                </a:solidFill>
                <a:latin typeface="Meiryo"/>
              </a:rPr>
              <a:t>4</a:t>
            </a:r>
            <a:r>
              <a:rPr sz="1400">
                <a:solidFill>
                  <a:srgbClr val="6C757D"/>
                </a:solidFill>
                <a:latin typeface="Meiryo"/>
              </a:rPr>
              <a:t> 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5394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Companies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2026-02-20  |  Page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960120"/>
            <a:ext cx="2468880" cy="36576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10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960120"/>
            <a:ext cx="2468880" cy="36576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Top Company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OpenAI</a:t>
            </a:r>
            <a:r>
              <a:rPr sz="1400">
                <a:solidFill>
                  <a:srgbClr val="6C757D"/>
                </a:solidFill>
                <a:latin typeface="Meiryo"/>
              </a:rPr>
              <a:t> 4件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960120"/>
            <a:ext cx="2468880" cy="36576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High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5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9680" y="960120"/>
            <a:ext cx="2468880" cy="36576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Companies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4</a:t>
            </a:r>
            <a:r>
              <a:rPr sz="1400">
                <a:solidFill>
                  <a:srgbClr val="6C757D"/>
                </a:solidFill>
                <a:latin typeface="Meiryo"/>
              </a:rPr>
              <a:t> 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331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KEY TAKEAWAYS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24328"/>
            <a:ext cx="1828800" cy="18288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274320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2743200"/>
            <a:ext cx="54864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5800" y="285292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285292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281635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ByteDanceのSeedance 2.0が『本物と見分けがつかない高精細動画生成』を実現。シンプルなコード数行でハリウッド級映像を量産可能。国家レベル情報工作（スロパガンダ）への懸念が高まり、ハリウッドが規制要求。中米のメディア支配権争いが新段階へ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52044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520440"/>
            <a:ext cx="54864" cy="68580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5800" y="3630168"/>
            <a:ext cx="384048" cy="384048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63016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359359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インド AI Impact Summit で Google・OpenAI・Anthropic が激突。インド政府が$1.1B国家VC基金立ち上げ。OpenAI が India での ChatGPT 週単位アクティブユーザー1億超（米国に次ぐ）を発表。Anthropic も初インド拠点をベンガルールに開設。グローバルAI...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29768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297680"/>
            <a:ext cx="54864" cy="68580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5800" y="4407408"/>
            <a:ext cx="384048" cy="384048"/>
          </a:xfrm>
          <a:prstGeom prst="ellipse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40740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437083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データセンター電力不足がAI拡張の最大制約に。C2i Semiconductors が$15M Series A調達。ゴールドマンサックス推計では2030年の電力需要が2023年比175%増加。電力効率10-30%削減の経済価値は数百億ドル規模。インド・中国を含むアジアでの電力確保争奪が激化。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07492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5074920"/>
            <a:ext cx="54864" cy="68580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5800" y="5184648"/>
            <a:ext cx="384048" cy="384048"/>
          </a:xfrm>
          <a:prstGeom prst="ellipse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1846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514807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AIマーケティングツール採用が小中企業で加速。Constant Contact 調査では54%がすでに導入、27%が2026年中に導入予定。年末までに8割超がAI活用。大企業との競争条件の平準化が起きつつある一方、コンテンツ品質の二極化が懸念。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85216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852160"/>
            <a:ext cx="54864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5800" y="596188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596188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8720" y="592531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米国クラウドサービス障害が相次ぎ、AI偏重リスクが顕在化。AWS・Microsoft Azure・Google Cloud で大規模障害発生。データセンター負荷増加と運用複雑化が原因。2030年に向け『多元的インフラ戦略』（マルチクラウド・シャドウクラウド）が必須に。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TODAY'S HIGHLIGHT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2026-02-20  |  Page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eiryo"/>
              </a:defRPr>
            </a:pPr>
            <a:r>
              <a:t>India AI Impact Summit で OpenAI・Anthropic・Google が激突：インドが『第三極 AI 超大国』化へ向けて加速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OpenAI  |  Business  |  ★★★★★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2743200" cy="109728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057400"/>
            <a:ext cx="2743200" cy="109728"/>
          </a:xfrm>
          <a:prstGeom prst="round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eiryo"/>
              </a:defRPr>
            </a:pPr>
            <a:r>
              <a:t>インド政府主催 AI Impact Summit（2月16-19日、ニューデリー、見込み来場者 250万人）に Google CEO Sundar Pichai、OpenAI CEO Sam Altman、Anthropic CEO Dario Amodei 等が参加。インド政府が $1.1B 国家VC基金立ち上げを承認。OpenAI は ChatGPT の India 週単位アクティブユーザー 1億超（米国に次ぐ規模）、Indian 学生利用者が最大規模を発表。Anthropic は India 初拠点（ベンガルール）開設、Claude が India で第2位ユーザー基盤。Blackstone が Indian AI startup Neysa に $600M 投資ラウンド（debt で追加 $600M 計画、20000+ GPU 配置予定）。Adani グループが $100B AI データセンター投資（再エネ活用、2035年目標）、追加 $150B が infrastructure 等に投下予定。AMD と TCS が Helios ラックスケール AI インフラ 提携。Cohere が多言語モデル（70言語以上対応）をオープンウェイトで発表。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77640"/>
            <a:ext cx="530352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977640"/>
            <a:ext cx="54864" cy="82296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" y="4160520"/>
            <a:ext cx="365760" cy="36576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16052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23360"/>
            <a:ext cx="4617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0624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インドの AI 産業が『開発国』から『先進国』へ格上げ。Google・OpenAI・Anthropic は India でのシェア争奪に本腰。Indian IT service sector（TCS・Infosys）の AI 対応加速により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937760"/>
            <a:ext cx="530352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937760"/>
            <a:ext cx="54864" cy="82296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8368" y="5120640"/>
            <a:ext cx="365760" cy="365760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12064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983480"/>
            <a:ext cx="4617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BA4D9"/>
                </a:solidFill>
                <a:latin typeface="Meiryo"/>
              </a:defRPr>
            </a:pPr>
            <a:r>
              <a:t>Outlook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6636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2026年 Q3～Q4 にかけ、Adani・Reliance が data center construction を加速。2027年末までに Adani 目標の 100万 GPU 導入水準に接近。インド発 AI 企業（Sarvam sma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897880"/>
            <a:ext cx="530352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897880"/>
            <a:ext cx="54864" cy="82296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8368" y="6080760"/>
            <a:ext cx="365760" cy="365760"/>
          </a:xfrm>
          <a:prstGeom prst="ellipse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60807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943600"/>
            <a:ext cx="4617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61C"/>
                </a:solidFill>
                <a:latin typeface="Meiryo"/>
              </a:defRPr>
            </a:pPr>
            <a:r>
              <a:t>Risks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612648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1) Indian IT service sector の『AI による自動化』で雇用減少・社会不安の懸念。Vinod Khosla が『IT・BPO sector が 5年で完全消滅』と発言。2) Energy bottleneck：再エ</a:t>
            </a:r>
          </a:p>
        </p:txBody>
      </p:sp>
      <p:pic>
        <p:nvPicPr>
          <p:cNvPr id="29" name="Picture 28" descr="highligh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655" y="96012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企業動向比較マトリクス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2026-02-20  |  Page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960120"/>
          <a:ext cx="11094415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3474720"/>
                <a:gridCol w="914400"/>
                <a:gridCol w="3047695"/>
              </a:tblGrid>
              <a:tr h="64007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企業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注力分野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主要アクション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動向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強み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インド市場拡大・ChatGPT ユーザー層拡大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Sam Altman が India AI Summit で ChatGPT Indian 週単位 100M ユーザー超、学生利用最大規模を発表。インド政府と協力姿勢を示唆。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グローバル展開速度・市場浸透率。既存ユーザー基盤を活かした地域拡大戦略が効果的。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インド初拠点・エンタープライズ AI パートナーシップ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Bengaluru に初拠点開設。Infosys と協力し Indian enterprises 向けに Claude モデル・Claude Code 展開。通信セクターから開始。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エンタープライズ信頼感・Safety-focused ブランド。Infosys 等大手 IT ベンダーとのパートナーシップで BtoB 深化。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ByteDance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 動画生成・メディア支配権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Seedance 2.0 発表で『本物と見分けがつかない動画』を実現。シンプル指示で映画級映像を大量生成可能に。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動画生成技術・TikTok プラットフォーム上での大規模展開能力。情報支配ツールとしての戦略的価値が極めて高い。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Google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インドでの Gemini・DeepMind 技術展開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Sundar Pichai が India AI Summit 参加。Google Cloud・AI インフラへの投資継続。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◆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技術的深さ・インドでの既存ユーザー基盤。ただし Anthropic・OpenAI の攻勢により相対的なシェア低下の圧力。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6400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Meta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 インフラ・Meta AI（推論・エージェント）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NVIDIA との多年協力で 200万 GPU 規模追加購入。Vera Rubin GPU・Grace CPU 導入。India Summit での存在感は弱め。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GPU 調達力・社内 AI インフラの充実度。ただし動画生成では ByteDance に後塵。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029199"/>
            <a:ext cx="2011680" cy="32004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2919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OpenAI  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5029199"/>
            <a:ext cx="2011680" cy="32004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502919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Anthropic  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5029199"/>
            <a:ext cx="2011680" cy="32004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502919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ByteDance  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5029199"/>
            <a:ext cx="2011680" cy="32004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502919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Google  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5029199"/>
            <a:ext cx="2011680" cy="320040"/>
          </a:xfrm>
          <a:prstGeom prst="roundRect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502919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Meta  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トレンドフロー分析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2026-02-20  |  Page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058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1155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1155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143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ByteDance『Seedance 2.0』による動画生成革命：情報戦争の新局面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中国バイトダンスが発表したAI動画生成モデル『Seedance 2.0』は、シンプルなテキスト指示だけで『トム・クルーズ』『ブラッド・ピット』が実在の人物（ジェフリー・エプスタイン）をめぐって屋上で格闘する映像を生成。映画級の映像品質、滑らかな動き、音声同期が実現され、演技者・カメラ・複雑なプロンプト不要。このツールは『スロパガンダ』（AIが大量生産する粗悪コンテンツによる情報工作）時代の到来を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8803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ByteDance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8840" y="2880360"/>
            <a:ext cx="1188720" cy="27432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OpenAI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880360"/>
            <a:ext cx="1188720" cy="2743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Google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2880360"/>
            <a:ext cx="1188720" cy="274320"/>
          </a:xfrm>
          <a:prstGeom prst="roundRect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Meta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0058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11155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1155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1143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インドがAI投資で『第三極』化：OpenAI・Google・Anthropic の争奪戦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5544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インド AI Impact Summit（2月16-19日、ニューデリー）に Google CEO Sundar Pichai、OpenAI CEO Sam Altman、Anthropic CEO Dario Amodei、Meta・Amazon幹部、フランス大統領マクロン等が参加。インド政府が$1.1B国家VC基金、Adani が$100B データセンター投資（2035年目標）、TCS＋AMD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2880360"/>
            <a:ext cx="1188720" cy="27432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OpenAI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26680" y="2880360"/>
            <a:ext cx="1188720" cy="27432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8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Anthropic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40" y="2880360"/>
            <a:ext cx="1188720" cy="2743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Google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87000" y="2880360"/>
            <a:ext cx="1188720" cy="274320"/>
          </a:xfrm>
          <a:prstGeom prst="roundRect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Meta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35204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2960" y="36301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36301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36576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データセンター電力危機がAI拡張の制約に：C2i のシステムレベル電力最適化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40690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Peak XV Partners が Indian startup C2i Semiconductors に$15M Series A（Yali Deeptech、TDK Ventures 参加）投資。C2i は『Grid-to-GPU』の統合電力供給システム開発。高圧（800V 以上）から GPU まで数千の電圧変換ステップで現在15-20%のエネルギー損失が発生。C2i のシステムレベル統合に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53949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NVIDIA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148840" y="5394960"/>
            <a:ext cx="1188720" cy="274320"/>
          </a:xfrm>
          <a:prstGeom prst="roundRect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4884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Meta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29000" y="5394960"/>
            <a:ext cx="1188720" cy="2743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2900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Google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09160" y="53949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0916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AWS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35204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00800" y="36301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36301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36576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AIマーケティング導入が中小企業8割化：『効率化競争』の激化と品質二極化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0690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Constant Contact による中小企業オーナー 1500人対象調査：既に 54%がAI マーケティングツール導入、さらに 27%が 2026年中に導入予定。年末までに 8割超が採用へ。活用は多様：トレンドデータ分析（45%）、コンテンツ生成（44%）、画像・ビジュアル制作（40%）。従来は『専任マーケティング部門＋潤沢予算』が必要だった業務が、個人事業主でもエンタープライズソフト コスト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46520" y="53949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Constant Contact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26680" y="5394960"/>
            <a:ext cx="1188720" cy="27432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2668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OpenAI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06840" y="5394960"/>
            <a:ext cx="1188720" cy="27432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0684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Anthropic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287000" y="5394960"/>
            <a:ext cx="1188720" cy="2743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8700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Google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5760720" y="2011680"/>
            <a:ext cx="457200" cy="274320"/>
          </a:xfrm>
          <a:prstGeom prst="rightArrow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ight Arrow 58"/>
          <p:cNvSpPr/>
          <p:nvPr/>
        </p:nvSpPr>
        <p:spPr>
          <a:xfrm>
            <a:off x="5760720" y="4526280"/>
            <a:ext cx="457200" cy="274320"/>
          </a:xfrm>
          <a:prstGeom prst="rightArrow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Down Arrow 59"/>
          <p:cNvSpPr/>
          <p:nvPr/>
        </p:nvSpPr>
        <p:spPr>
          <a:xfrm>
            <a:off x="3063240" y="3300984"/>
            <a:ext cx="274320" cy="201168"/>
          </a:xfrm>
          <a:prstGeom prst="downArrow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Top News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2026-02-20  |  Page 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54864" cy="16459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097280"/>
            <a:ext cx="457200" cy="457200"/>
          </a:xfrm>
          <a:prstGeom prst="ellipse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25272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34440" y="1252728"/>
            <a:ext cx="1828800" cy="109728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0332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ByteDance『Seedance 2.0』：シンプルな指示で『本物と見分けがつかない』高精細動画を量産。スロパガンダ時代の到来、ハリウッドが規制要求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46304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中国バイトダンスが発表した AI 動画生成モデル『Seedance 2.0』が世界的衝撃。シンプルなテキスト指示だけで『トム・クルーズ』『ブラッド・ピット』がジェフリー・エプスタイン を巡って屋上で格闘する超リアルな映像を生成。映画同等の完成度、滑らかな動き、音声同期が実現。演技...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37160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38988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57276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ハリウッドが『content creation tool』としての脅威を表明。『俳優雇用不要化』『映像制作コスト激減』のネガティブインパクト。同時に『政治工作・詐欺・misinformation』への...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3317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OpenAI  |  Image  |  Newsweek Japan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4320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743200"/>
            <a:ext cx="54864" cy="16459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2880360"/>
            <a:ext cx="457200" cy="457200"/>
          </a:xfrm>
          <a:prstGeom prst="ellipse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803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303580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34440" y="3035808"/>
            <a:ext cx="1463040" cy="109728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2816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C2i Semiconductors がデータセンター電力効率化で $15M Series A 調達：電力が AI インフラの最大制約に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24612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Indian startup C2i Semiconductors が Peak XV Partners リード、Yali Deeptech・TDK Ventures 参加で $15M Series A 調達（総調達額 $19M）。C2i は『Grid-to-GPU』システムレベ...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315468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317296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35584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Energy cost reduction が『10-30%』実現すると『tens of billions of dollars』の経済価値。Meta・Microsoft・Google 等 hyper...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114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Other  |  Business  |  TechCrunch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Top News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2026-02-20  |  Page 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54864" cy="164592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097280"/>
            <a:ext cx="457200" cy="45720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25272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34440" y="1252728"/>
            <a:ext cx="1463040" cy="109728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0332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[UPDATE] Anthropic が Infosys と提携して Indian enterprises に Claude・Claude Code 展開：通信セクターから開始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30759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61C"/>
                </a:solidFill>
                <a:latin typeface="Meiryo"/>
              </a:defRPr>
            </a:pPr>
            <a:r>
              <a:t>&gt;&gt; 前日（2月16日）の India AI Summit ニュースに続き、本日（2月17日）Anthropic＋Infosys partnership の詳細が発表。Infosys との協力により『telecom sector first』で Indian enterprises 向けの『AI agent deployment』が本格化。Center of Excellence により『customer-specific solution』の delivery体制が整備。前日の『India office opening』発表に続く『execution announcement』。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50876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Anthropic が Indian IT giant Infosys と協力し、Indian enterprises への Claude モデル・Claude Code ツール導入を推進。初期段階として Indian telecommunications sector に集中。...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37160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138988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157276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Indian IT services market が『OpenAI monopoly』から『multi-vendor ecosystem』へ転換。OpenAI は『horizontal SaaS』（...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3317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Anthropic  |  Business  |  TechCrunch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74320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743200"/>
            <a:ext cx="54864" cy="164592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2880360"/>
            <a:ext cx="457200" cy="45720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8803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34440" y="303580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234440" y="3035808"/>
            <a:ext cx="1463040" cy="109728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2816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Claude Sonnet 4.6 が自治体AI zevo プラットフォームで利用可能に：日本の地方自治体が次世代 Claude モデル採用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24612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シフトプラス株式会社が開発した『自治体AI zevo』プラットフォームで、Anthropic の最新モデル『Claude Sonnet 4.6』が 2月18日より利用可能に。『即時応答モード』『拡張思考モード』の 2 modes で提供。Claude Sonnet 4.6 は『C...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315468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317296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35584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Japanese local government の『AI adoption velocity』加速。従来の『ChatGPT only』から『multi-vendor ecosystem』へ。Ant...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114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Anthropic  |  Business  |  Miyazaki Keizai News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Global Market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2026-02-20  |  Page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2026年2月18-20日の世界 AI 産業は、『地政学的三極化』『インフラボトルネック顕在化』『規制ラッシュ』の 3 つの trend が交錯。①『米国（OpenAI・Google・Meta）vs 中国（ByteDance・Baidu）vs インド（新興エコシステム）』の三極化が加速。OpenAI・Anthropic は India 市場拡大に注力（ChatGPT 100M India ユーザー、market opportunity recognition）。ByteDance は『Seedance 2.0』で『動画生成覇権』確立を狙う。India は『AI 開発国』から『AI 超大国』化へのターニングポイント（$1.1B government VC fund、Adani $100B investment）。②データセンター電力不足が『AI 拡張の制約』に。BloombergNEF は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6655" y="960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KEY IMPACT 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56655" y="1261872"/>
            <a:ext cx="1828800" cy="18288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56655" y="14173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56655" y="1417320"/>
            <a:ext cx="54864" cy="82296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66383" y="1600200"/>
            <a:ext cx="365760" cy="36576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6383" y="16002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295" y="14904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インド が『AI 第三極』化：OpenAI・Google・Anthropic の『市場奪取競争』激化。India 政府と企業の『investment coordination』により『10年で global top-3 player』化の trajectory...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6655" y="23317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6655" y="2331720"/>
            <a:ext cx="54864" cy="82296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6383" y="2514600"/>
            <a:ext cx="365760" cy="365760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6383" y="25146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295" y="24048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ByteDance Seedance 2.0 による『情報戦争新局面』：『本物と見分けがつかない動画』大量生成が『political weaponization』に極めて容易。China の『strategic advantage』拡大一方で、Western 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6655" y="32461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6655" y="3246120"/>
            <a:ext cx="54864" cy="82296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66383" y="3429000"/>
            <a:ext cx="365760" cy="365760"/>
          </a:xfrm>
          <a:prstGeom prst="ellipse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6383" y="34290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5295" y="33192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AI infrastructure『power crisis』が『growth constraint』化：2030年 data center 電力需要が『G10 国家規模』に。electricity availability・cost が『geographic...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6655" y="41605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56655" y="4160520"/>
            <a:ext cx="54864" cy="82296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66383" y="4343400"/>
            <a:ext cx="365760" cy="365760"/>
          </a:xfrm>
          <a:prstGeom prst="ellipse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6383" y="4343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5295" y="42336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『Cloud reliability crisis』が『multi-cloud + local sovereignty』を mandatory に：単一 hyperscaler dependency が『unacceptable risk』化。企業・政府が『g...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56655" y="50749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56655" y="5074920"/>
            <a:ext cx="54864" cy="82296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66383" y="5257800"/>
            <a:ext cx="365760" cy="36576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6383" y="52578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5295" y="51480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『AI regulation fragmentation』が『competitive asymmetry』を create：US regulation『strict』、China『loose』、EU『balanced』で divergence。『regulat...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AI業界標準規格 / プロトコル一覧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2026-02-20  |  Page 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960120"/>
          <a:ext cx="110944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1371600"/>
                <a:gridCol w="914400"/>
                <a:gridCol w="5699455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規格名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発表元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レイヤー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発表日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概要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UCP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Commerce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2026-01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AIエージェント経由の商取引を標準化。A2A・MCP・AP2を統合オーケストレーションする上位プロトコル。Shopify・Walmart等が支持。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Agent Skills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Agent Capability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2025-12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AIエージェントに再現可能なワークフローを教えるオープン標準。SKILL.mdベースのプログレッシブ・ディスクロージャー方式。Microsoft・OpenAI等が採用。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ANP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ANP Community (中国移動/Huawei等)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Network Discovery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数十億のエージェントのためのネットワークプロトコル。W3C DIDによるID認証、JSON-LDによる能力公開の3層アーキテクチャ。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ACP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OpenAI + Stripe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Commerce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2025-09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AIエージェント経由の商取引フローを実現するオープン標準。物理/デジタル商品、サブスクリプション対応。ChatGPTで実装済み。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AGENTS.md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Project Instruction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AIコーディングエージェントにプロジェクト固有のガイダンスを提供するMarkdownベース規約。Copilot・Cursor・Gemini CLI等が対応。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A2A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Google Cloud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Agent-Agent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2025-04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異なるプラットフォーム・ベンダー間でAIエージェント同士が通信・協働するオープンプロトコル。MCPの補完的位置づけ。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MCP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Agent-Tool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2024-11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AIモデルを外部データソース・ツールに接続するオープン標準。10,000以上のMCPサーバーが公開済み。OpenAI・Google・Microsoft等が採用。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9788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Meiryo"/>
              </a:defRPr>
            </a:pPr>
            <a:r>
              <a:t>※ キャッチアップ時に自動更新  |  各公式サイトで最新情報をご確認ください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Data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2026-02-20  |  Page 9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0584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pany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5303520" cy="2468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55080" y="100584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51560"/>
            <a:ext cx="5303520" cy="24688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94360" y="365760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portance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03320"/>
            <a:ext cx="5303520" cy="24688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55080" y="365760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news_landsca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703320"/>
            <a:ext cx="53035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Sources (引用元一覧)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2026-02-20  |  Page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TechTarget ITmedia: https://techtarget.itmedia.co.jp/tt/news/2602/17/news03.html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TechCrunch: https://techcrunch.com/2026/02/17/as-ai-jitters-rattle-it-stocks-infosys-partners-with-anthropic-to-build-enterprise-grade-ai-agents/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Newsweek Japan: https://www.newsweekjapan.jp/stories/world/2026/02/588103.php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TechCrunch: https://techcrunch.com/2026/02/15/as-ai-data-centers-hit-power-limits-peak-xv-backs-indian-startup-c2i-to-fix-the-bottleneck/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Miyazaki Keizai News: https://miyazaki.keizai.biz/release/536095/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6655" y="9601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Yahoo! News: https://news.yahoo.co.jp/articles/7e629b51da786af07329e02593ea67cf5bb6d3d5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TechCrunch: https://techcrunch.com/2026/02/16/all-the-important-news-from-the-ongoing-india-ai-summit/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FNN Prime Online: https://www.fnn.jp/articles/-/1003779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TechCrunch: https://techcrunch.com/2026/02/15/hollywood-isnt-happy-about-the-new-seedance-2-0-video-generator/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Forbes Japan: https://forbesjapan.com/articles/detail/92072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C757D"/>
                </a:solidFill>
                <a:latin typeface="Meiryo"/>
              </a:defRPr>
            </a:pPr>
            <a:r>
              <a:t>AI News Daily Deck - Generated by Claude Code | 本レポートは生成AIにより自動作成されており、一部ハルシネーションを含む可能性があります。元記事URLから一次情報をご確認ください。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