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11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11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4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11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Other</a:t>
            </a:r>
            <a:r>
              <a:rPr sz="1400">
                <a:solidFill>
                  <a:srgbClr val="6C757D"/>
                </a:solidFill>
                <a:latin typeface="Meiryo"/>
              </a:rPr>
              <a:t> 6件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11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4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Anthropic Claude Opus 4.6がOpenAI GPT-5.2を上回るベンチマーク性能を達成、ソフトウェア株が急落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ビッグテック4社（Microsoft、Alphabet、Amazon、Meta）のAI投資額が2026年に7000億ドル規模に到達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AI規制の連邦vs州政府の対立が表面化、コロラド州AI法は6月まで施行延期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Anthropic Claude Opus 4.6リリース、ソフトウェア業界に衝撃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Anthropic  |  LLM  |  ★★★★★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2月5日、Anthropic社がClaude Opus 4.6をリリース。OpenAI GPT-5.2を上回るベンチマーク性能を達成し、法務・財務・営業分野向けCoworkプラグインを発表。専門ソフトウェア株が急落し、業界に大きな影響を与えた。PowerPoint統合機能も研究プレビューとして提供開始。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法務・財務・営業ソフトウェア企業の株価が急落。専門分野のSaaSビジネスモデルに対する懸念が広がり、AI代替リスクが顕在化。予測市場での24時間取引高は572,000ドルに到達。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3月以降の予測市場ではGoogleが46%でリード、6月には54%と長期的優位を予測。Anthropicは2026年売上目標150億ドルに向けて順調に推移すると見られる。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専門ソフトウェア業界の反発と規制強化の可能性。過度なAI依存による品質管理リスク。OpenAIの反撃による市場シェア変動の可能性。</a:t>
            </a:r>
          </a:p>
        </p:txBody>
      </p:sp>
      <p:pic>
        <p:nvPicPr>
          <p:cNvPr id="29" name="Picture 28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ビッグテック4社、AI投資総額7000億ドルに到達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Microsoft、Alphabet、Amazon、Metaの4社が2026年のAI関連設備投資で合計約7000億ドルを支出予定。Amazonが2000億ドルで最大、Microsoftが1450億ドル、Alphabetが最大1850億ドル、Metaが最大1350億ドル。キャッシュ...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Barclaysの分析では、Metaのフリーキャッシュフローが90%減少、Microsoftは28%減少と予測。Microsoft株は10%急落し、時価総額3570億ドル消失。Meta株は10%上昇し、投資効果の実証に成功。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Microsoft  |  Business  |  Axios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エージェント型AI元年：Model Context Protocol（MCP）がLinux Foundationに寄付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AnthropicのModel Context Protocol（MCP）が「AI版USB-C」として業界標準化へ。OpenAIとMicrosoftが公式採用を表明し、Linux Foundation傘下のAgentic AI Foundationに寄付。Googleも自社製品接...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AIエージェント開発の障壁が大幅に低下。スタートアップの参入機会拡大。既存ソフトウェアベンダーにAI統合の標準手法を提供。エンタープライズ導入の加速により、ソフトウェア業界の構造変化が進行。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LLM  |  LLM Stats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AIコード生成が主流化：Microsoft/Google共にコードの25-30%がAI生成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AIコード生成がAIの最初の主要ビジネスユースケースとして確立。Microsoftコードの30%、Googleコードの25%以上がAI生成に。OpenAI Codex、Anthropic Coworkプラグイン、GitHub Copilotが開発ワークフローに統合され、ソフトウェ...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ソフトウェア開発生産性が2-3倍向上。ジュニア開発者の学習曲線が緩やかに。コードレビューとテストの重要性が増大。ソフトウェアエンジニアの需要構造が変化（量→質）。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Microsoft  |  Business  |  MIT Technology 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OpenAI、Anthropicの15分後にCodexとGPT-5.3を発表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2月5日、OpenAIがエージェント型コーディングツールCodexとGPT-5.3 Codexモデルを発表。Anthropicのリリースのわずか15分後の発表となり、両社の激しい競争が浮き彫りに。Codexは今週初めにリリースされたツールの能力を加速する設計。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予測市場ではAnthropicに押され気味だが、開発者コミュニティでの強固な地位を維持。Microsoftコードの30%、Googleコードの25%以上がAI生成となり、実用化で先行。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OpenAI  |  LLM  |  TechCrunch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AI規制：コロラド州法施行を6月に延期、連邦vs州の対立激化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コロラド州がAI法の施行を2月1日から6月30日に延期。高リスクAIシステムに対するリスク管理とアルゴリズム差別の緩和を義務化。連邦政府は3月11日までに「過度な州法」の評価を公表予定で、州法の先制排除を示唆し連邦vs州の対立が表面化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企業は複数州の異なる規制への対応コスト増加。連邦政府の先制排除により州法が無効化されるリスク。物理AI（ロボット、自動運転）への安全基準（ISO 26262）適用の厳格化。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Policy  |  National Law Review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AIスタートアップ資金調達ラッシュ：Goodfire 15億ドル評価、Fundamental 2.5億ドル調達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月5日、AI関連スタートアップが大型資金調達を実施。FundamentalがシリーズAで2.5億ドル調達、GoodfireがシリーズBで1.5億ドル調達し評価額12.5億ドルに到達。Tomorrow.ioがDeepSky衛星ネットワーク展開で1.75億ドル調達。X-Humano..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AIインフラ層への投資が加速。B Capital、Menlo Ventures、Lightspeed等の大手VCが積極参入。北京政府系ファンドがロボティクス分野に戦略投資。7桁規模のエンタープライズ契約が複数成立。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Tech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2026年2月のAI業界は米国・中国・欧州の三極構造が鮮明化。米国はOpenAI、Anthropic、Googleが技術革新をリードし、ビッグテック4社が7000億ドルの巨額投資で圧倒的な資金力を発揮。中国はMoonshot AIとAlibabaがオープンソース戦略で急速に追い上げ、技術格差が数ヶ月から数週間に縮小。欧州はAI規制で先行するも技術開発では後塵を拝し、EU AI法施行を2028年に延期するなど産業競争力との両立に苦慮。量子コンピューティング実用化、エッジAI主流化、AI科学研究パートナー化など、AIが「道具」から「パートナー」へ進化する転換点を迎えている。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米中AI技術競争が新段階へ：中国企業のリリース遅延が数週間に短縮し、一部領域で逆転の可能性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量子コンピューティング実用化元年：IBM古典超越宣言、Microsoft数百万量子ビットチップで創薬・AI最適化に革命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AIが科学研究パートナーに進化：仮説生成から実験制御まで担い、研究開発サイクルが劇的に加速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6655" y="41605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6655" y="4160520"/>
            <a:ext cx="54864" cy="82296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66383" y="4343400"/>
            <a:ext cx="365760" cy="365760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6383" y="4343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42336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エージェント型AI標準化：Model Context Protocol（MCP）がLinux Foundationへ寄付、業界標準として確立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日本企業のAI投資規模が米中ビッグテックと比較して圧倒的に不足、競争力低下のリスク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グローバル展開企業は米国州法・EU AI法・中国規制の複数対応が必須、コンプライアンスコスト増大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3756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3756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" y="35387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387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41071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エッジAI・オンデバイスAI領域で日本の電機・半導体メーカーが競争力を発揮できる可能性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9768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29768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449884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4988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37083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AI人材不足が深刻化する中、AIコード生成・AI研究パートナー活用による生産性向上が急務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エッジAI・オンデバイスAI領域への戦略的投資集中（日本企業の強みを活かせる領域）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Model Context Protocol（MCP）等の国際標準への早期参画とエコシステム構築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AIコード生成ツールの積極導入による開発生産性向上と人材不足の緩和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6655" y="4718304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293815" y="4946904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815" y="4946904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05295" y="4809744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量子コンピューティング・AIハイブリッド研究への先行投資（創薬・材料科学での競争力確保）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56655" y="5742432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293815" y="5971032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3815" y="5971032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05295" y="5833872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グローバルAI規制対応体制の早期構築（特に米国州法とEU AI法のコンプライアンス）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National Law Review: https://natlawreview.com/article/2026-outlook-artificial-intelligence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MIT Technology Review: https://www.technologyreview.com/2026/01/05/1130662/whats-next-for-ai-in-2026/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IBM: https://www.ibm.com/think/news/ai-tech-trends-predictions-2026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 Startups: https://techstartups.com/2026/02/05/top-startup-and-tech-funding-news-february-5-2025/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https://techcrunch.com/2026/02/05/openai-launches-new-agentic-coding-model-only-minutes-after-anthropic-drops-its-own/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Axios: https://www.axios.com/2026/02/06/amazon-microsoft-meta-ai-investment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MIT Sloan Management Review: https://sloanreview.mit.edu/article/five-trends-in-ai-and-data-science-for-2026/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LLM Stats: https://llm-stats.com/llm-updates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MIT Technology Review: https://www.technologyreview.com/2026/01/12/1130027/generative-coding-ai-software-2026-breakthrough-technology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CNN Business: https://www.cnn.com/2026/02/05/tech/anthropic-opus-update-software-stocks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情報の正確性は各ソースをご確認ください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