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005BAB"/>
                </a:solidFill>
                <a:latin typeface="Meiryo"/>
              </a:defRPr>
            </a:pPr>
            <a:r>
              <a:t>AI News Daily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2743200" cy="4572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6C757D"/>
                </a:solidFill>
                <a:latin typeface="Meiryo"/>
              </a:defRPr>
            </a:pPr>
            <a:r>
              <a:t>2026-02-18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4754880"/>
            <a:ext cx="274320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10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 News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0" y="4754880"/>
            <a:ext cx="274320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8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754880"/>
            <a:ext cx="2743200" cy="100584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32320" y="4754880"/>
            <a:ext cx="274320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864608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05BAB"/>
                </a:solidFill>
                <a:latin typeface="Meiryo"/>
              </a:rPr>
              <a:t>3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394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2026-02-18  |  Page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60120"/>
            <a:ext cx="2468880" cy="36576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10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960120"/>
            <a:ext cx="2468880" cy="36576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Top Company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Other</a:t>
            </a:r>
            <a:r>
              <a:rPr sz="1400">
                <a:solidFill>
                  <a:srgbClr val="6C757D"/>
                </a:solidFill>
                <a:latin typeface="Meiryo"/>
              </a:rPr>
              <a:t> 6件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960120"/>
            <a:ext cx="2468880" cy="36576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High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8</a:t>
            </a:r>
            <a:r>
              <a:rPr sz="1400">
                <a:solidFill>
                  <a:srgbClr val="6C757D"/>
                </a:solidFill>
                <a:latin typeface="Meiryo"/>
              </a:rPr>
              <a:t> 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960120"/>
            <a:ext cx="2468880" cy="1051560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960120"/>
            <a:ext cx="2468880" cy="36576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6840" y="10515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C757D"/>
                </a:solidFill>
                <a:latin typeface="Meiryo"/>
              </a:defRPr>
            </a:pPr>
            <a:r>
              <a:t>Companies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307592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5BAB"/>
                </a:solidFill>
                <a:latin typeface="Meiryo"/>
              </a:rPr>
              <a:t>3</a:t>
            </a:r>
            <a:r>
              <a:rPr sz="1400">
                <a:solidFill>
                  <a:srgbClr val="6C757D"/>
                </a:solidFill>
                <a:latin typeface="Meiryo"/>
              </a:rPr>
              <a:t> 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331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24328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74320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74320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28529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28529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Anthropicが$30B資金調達で$380B評価を確定。OpenAIを追い越し、業界第2位のバリュエーションを獲得。GIC・Coatueが主導投資家で、アジア・米国投資家の合意を示唆。IPO前の最終段階と推測。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352044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20440"/>
            <a:ext cx="54864" cy="68580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363016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36301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59359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AIベンチャー投資ラッシュが加速：Modal Labs $2.5B、Render $1.5B、Baseten $5B評価、Apptronik $1B到達。クラウド・推論・ロボティクス領域で技術スタック全層での競争確立。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9768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297680"/>
            <a:ext cx="54864" cy="68580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4407408"/>
            <a:ext cx="384048" cy="384048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44074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437083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Mistral AI€1.2B（$1.43B）スウェーデン投資でEU技術主権戦略が本格化。EcoDataCenterとの連携で、米国支配からの脱却を明確化。2026年Q2以降の本格稼働予定。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074920"/>
            <a:ext cx="54864" cy="68580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5184648"/>
            <a:ext cx="384048" cy="384048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846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514807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Pentagon vs Anthropic対立が深刻化：Defense Secretary Hegseth、Anthropicを『供給チェーンリスク指定』で脅迫。$200M契約キャンセル可能性。OpenAI・Google・xAIは軍事合意済み。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852160"/>
            <a:ext cx="11094415" cy="6858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52160"/>
            <a:ext cx="54864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" y="59618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9618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88720" y="5925312"/>
            <a:ext cx="102714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データセンター・GPU・電力インフラへの$700B投資（前年比75%増）で、同時多発的なボトルネック発生。特に電力供給・冷却・GPU長納期が顕在化。$3Tの50年投資が必要（JLL推計）。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TODAY'S HIGHLIGHT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2026-02-18  |  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A1A2E"/>
                </a:solidFill>
                <a:latin typeface="Meiryo"/>
              </a:defRPr>
            </a:pPr>
            <a:r>
              <a:t>Anthropicが$380B評価を確定：$30B資金調達でOpenAI超越への新段階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Meiryo"/>
              </a:defRPr>
            </a:pPr>
            <a:r>
              <a:t>Anthropic  |  Business  |  ★★★★★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2057400"/>
            <a:ext cx="2743200" cy="109728"/>
          </a:xfrm>
          <a:prstGeom prst="round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Meiryo"/>
              </a:defRPr>
            </a:pPr>
            <a:r>
              <a:t>Anthropicはシリーズ G資金調達で$30B調達を発表。企業評価を$380Bに引き上げた。投資主導はシンガポール政府系ファンドGICと米国投資会社Coatue。その他複数の著名投資家が参加。CFO Krishna Raoは『enterprise-grade products』とAIモデルの構築継続を表明。同社はこの評価で、OpenAI・SpaceX・xAIとの『ユニコーン三強』に並列。短期数か月内のIPO上場の可能性が高まる。本資金は、Pentagon軍事使用めぐる対立と並行で調達完了。エンタープライズAI市場でのポジショニング強化を宣言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7764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97764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" y="416052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20624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バリュエーション$380Bは、AI業界全体のバリュエーション『上限設定』として機能。ベンチャー企業のシリーズ資金調達基準となり、下位企業との評価ギャップを縮小。OpenAI推定$500B に対し、市場は Anthropic を『技術面での同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" y="512064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12064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8348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A4D9"/>
                </a:solidFill>
                <a:latin typeface="Meiryo"/>
              </a:defRPr>
            </a:pPr>
            <a:r>
              <a:t>Outlook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2026年Q2-Q3のIPO上場を想定。公開価格帯$380-420B（現在の直前推定）。初値で$400-500B到達予想。OpenAI上場予定（同時期）との『IPO競争』で市場注目度最大化。IPO後、エンタープライズAI市場でのポジション強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897880"/>
            <a:ext cx="530352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608076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608076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943600"/>
            <a:ext cx="4617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Risks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6126480"/>
            <a:ext cx="4617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Pentagon軍事リスク：$200M契約キャンセル可能性。供給チェーンリスク指定は他企業との取引障壁化。政策不確実性（Trump/Harris政権によるAI政策方針転換）。OpenAIとの技術競争激化（o1・GPT-5推定2026年リリー</a:t>
            </a:r>
          </a:p>
        </p:txBody>
      </p:sp>
      <p:pic>
        <p:nvPicPr>
          <p:cNvPr id="29" name="Picture 28" descr="highlight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6655" y="96012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企業動向比較マトリクス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2026-02-18  |  Page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3474720"/>
                <a:gridCol w="914400"/>
                <a:gridCol w="3047695"/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注力分野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主要アクション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動向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強み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エンタープライズAI・安全志向LLM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$30B資金調達で$380B評価確定。GIC・Coatue主導。Dario Amodei CEO安全第一主義を堅持。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Claude Sonnet 4.5での技術優位性。Super Bowl広告での市場認知向上（11%ユーザー増）。$20M政治献金で政策影響力構築。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マルチモーダルLLM・エンタープライズ展開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Peter Steinberger（OpenClaw創作者）獲得でAIエージェント人材補強。$600B+年間CapEx計画で供給チェーン長期化。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推定$500B評価でAnthropicを上回る。Pentagon軍事承認済み。OpenAI Codexで Render推奨、クラウド企業との統合。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Gemini・Deepmind・エンタープライズAI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Kairos Power 500MW原子力契約確保。Pentagon軍事承認。インド AI Summit主催で地政学的プレゼンス。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Demis Hassabis DeepMind CEO起用。データセンター・電力リソース統合力。EUとの提携で技術主権対抗可能。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Microsoft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エンタープライズ AI・Copilot・インフラ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Susquehanna 1.9GW原子力契約。Community-first AI Infrastructure戦略で地方データセンター展開。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Azure + OpenAI統合。原子力リソース確保で電力競争優位。中小企業向けAI展開で市場拡大。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Mistral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欧州独立AI・技術主権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€1.2B（$1.43B）スウェーデン投資。EcoDataCenterと提携。EU AI Act準拠の独立インフラ構築。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欧州ベンチャーながら€11.7B評価達成。地政学的優位性（EU規制・冷却コスト）。2026年下半期本格稼働で欧州市場シェア獲得予想。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ビデオAI・オープンソースAI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Llama開発継続。独立AI推論インフラ強化。Pentagon軍事合意状況未確認。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◆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オープンソースAIでのコミュニティ支持。内製GPU・チップ開発で供給チェーン独立。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xAI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高性能LLM・SpaceX衛星AI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Pentagon軍事承認済み。SpaceXとの統合でGrok衛星配信計画。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7A33"/>
                          </a:solidFill>
                          <a:latin typeface="Meiryo"/>
                        </a:defRPr>
                      </a:pPr>
                      <a:r>
                        <a:t>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Musk支援による資金力。Pentagon承認で政府契約獲得優位性。衛星ネットワークとAIの統合でユニークなプロポーザル。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6217920"/>
            <a:ext cx="2011680" cy="32004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217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Anthropic  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6217920"/>
            <a:ext cx="2011680" cy="32004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6217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OpenAI  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6217920"/>
            <a:ext cx="2011680" cy="32004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6217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Google  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6217920"/>
            <a:ext cx="2011680" cy="32004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6217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Microsoft  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6217920"/>
            <a:ext cx="2011680" cy="32004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6217920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eiryo"/>
              </a:defRPr>
            </a:pPr>
            <a:r>
              <a:t>  Mistral AI  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トレンドフロー分析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2026-02-18  |  Page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IPO戦線の三強確定化：Anthropic $380B、OpenAI $500B推定、xAI/SpaceX時価総額未確定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nthropicの$380B評価確定により、AI業界の評価ピラミッドが確立。2026年Q2-Q3のIPO相次ぎが確実視される状況。Anthropicは$30Bの大型資金調達で、創業わずか4-5年で時価総額$380Bという異例の成長。OpenAI（推定$500B）との評価ギャップは±20%程度で、市場評価が接近。一方、xAI/SpaceXはMusk支援でサムライキャピタルやサウジアラビア基金から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8803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48840" y="28803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xAI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28803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0916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0058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0" y="11155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1155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1430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AIインフラスタック全層でのベンチャー資金調達ラッシュ：推論・クラウド・ロボティクス統合化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5544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2026年2月単月でのAIベンチャー資金調達は総額$5B超規模。内訳：Modal Labs（推論・インフラ）$2.5B評価、Render（クラウド）$1.5B評価、Baseten（AI推論・デプロイ）$5B評価、Apptronik（AI+ロボティクス）$1B到達。これは業界の「コンピュートスタック統合化」を示唆。かつてのOpenAI・Google・Microsoft中心の垂直統合から、推論・クラ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Modal Labs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Render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Baseten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87000" y="28803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87000" y="28803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Apptronik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296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欧州AI技術主権戦略の本格化：Mistral €1.2B スウェーデン投資でEU独立インフラ構築開始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Mistral AIのスウェーデン€1.2B（$1.43B）投資は、EU内での『脱米国依存』戦略の象徴的事件。背景：①EUの地政学的緊張（ウクライナ・米国政治動向）でのテック主権喪失への危機感、②NvidiaのGPU供給制約で米国企業への依存リスク顕在化、③EU AI Act（2024年8月施行）による規制下での独立インフラ必要性。Mistralは9月の€1.7B資金調達（時価総額€11.7B）以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Mistral AI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48840" y="53949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48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3949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29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09160" y="5394960"/>
            <a:ext cx="1188720" cy="274320"/>
          </a:xfrm>
          <a:prstGeom prst="roundRect">
            <a:avLst/>
          </a:prstGeom>
          <a:solidFill>
            <a:srgbClr val="00A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0916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Microsoft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3520440"/>
            <a:ext cx="5029200" cy="22860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00800" y="3630168"/>
            <a:ext cx="411480" cy="41148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630168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36576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Pentagon vs Anthropic 軍事AI使用めぐる決定的対立：供給チェーンリスク指定による業界波及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406908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Defense Secretary Pete Hegsethによる『Anthropic供給チェーンリスク指定』脅迫が深刻化。背景：Anthropicは$200M契約で『軍事用途への一律禁止』姿勢を守る一方、Pentagon（Department of Defense）は『全合法的軍事目的（兵器開発・情報収集・戦闘作戦）への無条件許可』を要求。一方、OpenAI・Google・xAIは不分類システム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46520" y="5394960"/>
            <a:ext cx="1188720" cy="274320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Anthropic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26680" y="5394960"/>
            <a:ext cx="1188720" cy="274320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2668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OpenAI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06840" y="5394960"/>
            <a:ext cx="1188720" cy="274320"/>
          </a:xfrm>
          <a:prstGeom prst="round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0684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Google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287000" y="5394960"/>
            <a:ext cx="1188720" cy="274320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287000" y="5394960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eiryo"/>
              </a:defRPr>
            </a:pPr>
            <a:r>
              <a:t>xAI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5760720" y="20116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ight Arrow 58"/>
          <p:cNvSpPr/>
          <p:nvPr/>
        </p:nvSpPr>
        <p:spPr>
          <a:xfrm>
            <a:off x="5760720" y="4526280"/>
            <a:ext cx="457200" cy="274320"/>
          </a:xfrm>
          <a:prstGeom prst="right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own Arrow 59"/>
          <p:cNvSpPr/>
          <p:nvPr/>
        </p:nvSpPr>
        <p:spPr>
          <a:xfrm>
            <a:off x="3063240" y="3300984"/>
            <a:ext cx="274320" cy="201168"/>
          </a:xfrm>
          <a:prstGeom prst="downArrow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2026-02-18  |  Page 5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Mistral AI、スウェーデンに€1.2B投資でEU独立AIインフラ構築開始：地政学的脱米国依存戦略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フランスのAI企業 Mistral AI は、スウェーデンに €1.2B（約 $1.43B）のデジタルインフラ投資を発表。スウェーデン企業 EcoDataCenter とのパートナーシップで、AIデータセンター・高性能コンピューティング・ローカライズAI機能の展開。Mistral...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EU AI infrastructure market での power balance shift。従来 Microsoft-OpenAI・Google が EU data center market を支配（60-70% market share）。Mistral の€1.2B investment により、『EU-native AI infrastructure』として 10-15% mar...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Business  |  CNBC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2026年2月単月でAIベンチャー$5B超資金調達ラッシュ：17社で$100M以上の巨大ファンド流入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2461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2026年2月時点で、米国内のAI企業 17社が $100M以上の資金調達を達成。総額 $5B超規模（月間としては exceptional）。主要ラウンド：①Anthropic $30B （Series G）、②Fundamental AI $255M （Series A）、③E...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AI infrastructure market の『horizontal vs vertical』分岐が顕在化。Foundation model providers（OpenAI・Anthropic・Google）は training・fine-tuning に特化。一方，specialized infrastructure providers（Modal Labs・Baseten・Render...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Business  |  TechCrunch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OpenAI、AIエージェント開発力を強化：OpenClaw創作者 Peter Steinberger 獲得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0292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Sam Altman が X（Twitter）で発表。OpenClaw作成者 Peter Steinbergerが OpenAI に参画。Steinberger はOpenAIで『次世代パーソナルエージェント』開発をリード。OpenClawはオープンソースAIツールとして、メール...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OpenAI の AI agent 競争力が向上。エンタープライズ向けワークフロー自動化市場での OpenAI vs Anthropic の直接対抗が激化。AI agent framework のスタンダード化へ向け，open-source vs proprietary の攻防が本格化。Modal Labs・Baseten 等の AI inference 企業も agent execution p...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Business  |  CNBC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Top News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2026-02-18  |  Page 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96012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60120"/>
            <a:ext cx="54864" cy="164592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097280"/>
            <a:ext cx="457200" cy="45720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0972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125272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234440" y="1252728"/>
            <a:ext cx="1463040" cy="109728"/>
          </a:xfrm>
          <a:prstGeom prst="round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103327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Render、クラウドインフラで$1.5B評価に達成：AI生成アプリケーションブームで高成長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4630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クラウドインフラスタートアップ Render が $100M 資金調達を発表。企業評価は $1.5B 。VCグループが投資。CEO Anurag Goel は『簡単に使えるクラウドインフラが競争優位』とコメント。OpenAI's Codex アプリが Render推奨により、Ch...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37160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138988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157276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AI-generated code market の『deployment layer』で新市場創出。Vercel・Netlify・AWS Amplify との market share 競争激化。特に『casual developer』（non-technical founder）向けの市場で Render が優位。OpenAI Codex users（推定 100M+ users）の 5-10...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33172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Other  |  Business  |  CNBC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16459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303580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34440" y="3035808"/>
            <a:ext cx="1463040" cy="109728"/>
          </a:xfrm>
          <a:prstGeom prst="roundRect">
            <a:avLst/>
          </a:prstGeom>
          <a:solidFill>
            <a:srgbClr val="D4A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28163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[UPDATE] Pentagon がAnthropicに『供給チェーンリスク』脅迫：Defense Secretary Hegseth 軍事AI使用制限の政治的圧力継続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09067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&gt;&gt; 前日発表の Pentagon Hegseth 脅迫に続き、本日『供給チェーン risk 指定』の imminent threat が報道。新情報：①Hegseth が『pay a price』という explicit threat 発言、②OpenAI・Google・xAI の既承認状況が対比的に強調、③Anthropic の$200M contract cancellation の現実的可能性が high。政治的決着の timeline が2026年Q1内に予想される。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29184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Defense Secretary Pete Hegseth が Anthropic をめぐり『供給チェーンリスク指定』を検討中。同指定により、米国軍事機関と取引する全ての民間企業が『Anthropic products・Claude利用禁止』を強制される。背景：Pentagon...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15468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17296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35584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Anthropic の $380B valuation は『AI safety positioning』に大きく依存。Pentagon supply chain risk 指定は、この『differentiation』を奪う。IPO前のこの時点での政治的攻撃は strategic。Hegseth（Trump admin の『pro-AI autonomy』の military hawk）による A...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14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Anthropic  |  Policy  |  Axios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26280"/>
            <a:ext cx="11094415" cy="164592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4526280"/>
            <a:ext cx="54864" cy="1645920"/>
          </a:xfrm>
          <a:prstGeom prst="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85800" y="4663440"/>
            <a:ext cx="457200" cy="457200"/>
          </a:xfrm>
          <a:prstGeom prst="ellipse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66344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34440" y="4818888"/>
            <a:ext cx="1828800" cy="1097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34440" y="4818888"/>
            <a:ext cx="1463040" cy="109728"/>
          </a:xfrm>
          <a:prstGeom prst="roundRect">
            <a:avLst/>
          </a:prstGeom>
          <a:solidFill>
            <a:srgbClr val="10A3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459943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eiryo"/>
              </a:defRPr>
            </a:pPr>
            <a:r>
              <a:t>[UPDATE] India AI Impact Summit：Sam Altman が ChatGPT インド1億1000万WAU達成・Blackstone Neysa $600M投資で GPU 20,000個配備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873752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961C"/>
                </a:solidFill>
                <a:latin typeface="Meiryo"/>
              </a:defRPr>
            </a:pPr>
            <a:r>
              <a:t>&gt;&gt; 前日の India AI Summit 報道に続き、Blackstone $600M Neysa investment の詳細化。新情報：20,000 GPU の具体的配備計画、Indian IT company の『profit-first strategy』への経営方針転換。インド市場でのAI compute cost advantage が確立される重要な転換点。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0749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インド AI Impact Summit（4日間開催）で複数の大型発表。①OpenAI CEO Sam Altman：ChatGPT のインドユーザーが 1 億 1,000 万 WAU（weekly active users）に達し、米国に次ぐ世界第 2 位。インドでの学生利用が...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0" y="4937760"/>
            <a:ext cx="4114800" cy="100584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06640" y="4956048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5BAB"/>
                </a:solidFill>
                <a:latin typeface="Meiryo"/>
              </a:defRPr>
            </a:pPr>
            <a:r>
              <a:t>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06640" y="5138928"/>
            <a:ext cx="393192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900" b="0">
                <a:solidFill>
                  <a:srgbClr val="1A1A2E"/>
                </a:solidFill>
                <a:latin typeface="Meiryo"/>
              </a:defRPr>
            </a:pPr>
            <a:r>
              <a:t>Indiaq市場での AI infrastructure sovereignty 確立。従来 AWS・Google Cloud・Azure が 80%+ market share。Blackstone-Neysa により，『Indian-hosted compute』の viable alternative 登場。OpenAI等の global AI companies は India marke...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89788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C757D"/>
                </a:solidFill>
                <a:latin typeface="Meiryo"/>
              </a:defRPr>
            </a:pPr>
            <a:r>
              <a:t>OpenAI  |  Business  |  TechCrunch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Global Market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2026-02-18  |  Page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A1A2E"/>
                </a:solidFill>
                <a:latin typeface="Meiryo"/>
              </a:defRPr>
            </a:pPr>
            <a:r>
              <a:t>グローバル AI 市場は 2026年2月時点で『IPO・M&amp;A前夜の mega-funding phase』に突入。米国では OpenAI（$500B）・Anthropic（$380B）の『ユニコーン二強』が確定的になり，xAI・SpaceX との三強構造確立。同時に，modal-specific companies（ElevenLabs音声・SkildAIロボティクス・Modal Labs推論・Render クラウド）のシリーズ資金調達ラッシュで，『AI infrastructure stack』の多層化が顕在化。欧州では Mistral AI が€1.2B スウェーデン投資で『EU技術主権』戦略を本格化。米国依存を脱する独立インフラ構築は，地政学的には Google・Microsoft・AWS への市場競争複雑化をもたらす。中国・アジアではインド政府が Blackstone-Neysa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BAB"/>
                </a:solidFill>
                <a:latin typeface="Meiryo"/>
              </a:defRPr>
            </a:pPr>
            <a:r>
              <a:t>KEY IMPACT 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56655" y="1261872"/>
            <a:ext cx="18288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56655" y="14173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6655" y="14173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266383" y="16002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6383" y="16002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295" y="14904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Anthropic $380B評価確定により，AI企業の IPO水準が$300-500B range で確立。OpenAI・xAI・Cohere・Modal Labs等の IPO valuation basis化。年内15-20社の AI企業 IPO で$50...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56655" y="23317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56655" y="2331720"/>
            <a:ext cx="54864" cy="82296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66383" y="2514600"/>
            <a:ext cx="365760" cy="365760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6383" y="25146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5295" y="24048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Pentagon vs Anthropic 対立が『supply chain risk』政治手段化。AI companies の『principle-driven business decision』が政府圧力で reversible を示唆。Defense・...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6655" y="32461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6655" y="3246120"/>
            <a:ext cx="54864" cy="822960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6383" y="3429000"/>
            <a:ext cx="365760" cy="365760"/>
          </a:xfrm>
          <a:prstGeom prst="ellipse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6383" y="34290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05295" y="33192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Mistral€1.2B投資による『EU AI infrastructure sovereign』実現が，Microsoft・Google・AWS の EU market share競争を複雑化。地政学的『AI decoupling』が training・in...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56655" y="41605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56655" y="4160520"/>
            <a:ext cx="54864" cy="822960"/>
          </a:xfrm>
          <a:prstGeom prst="rect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66383" y="4343400"/>
            <a:ext cx="365760" cy="365760"/>
          </a:xfrm>
          <a:prstGeom prst="ellipse">
            <a:avLst/>
          </a:prstGeom>
          <a:solidFill>
            <a:srgbClr val="003D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6383" y="43434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5295" y="42336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India 1.1B WAU（ChatGPT）＋ Blackstone-Neysa $600M による『Asian AI hub formation』。training cost advantage が『India-native AI models』compe...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56655" y="5074920"/>
            <a:ext cx="5486400" cy="82296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56655" y="5074920"/>
            <a:ext cx="54864" cy="82296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266383" y="5257800"/>
            <a:ext cx="365760" cy="365760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6383" y="5257800"/>
            <a:ext cx="3657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05295" y="5148072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eiryo"/>
              </a:defRPr>
            </a:pPr>
            <a:r>
              <a:t>AI safety advocates の『existential threat』警告が『regulatory bill』『mandatory compliance』へ escalate。2026年 Q2-Q4 の AI regulation surge（US...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日本市場インパクト &amp; 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2026-02-18  |  Page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5BAB"/>
                </a:solidFill>
                <a:latin typeface="Meiryo"/>
              </a:defRPr>
            </a:pPr>
            <a:r>
              <a:t>日本市場への影響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61872"/>
            <a:ext cx="1371600" cy="18288"/>
          </a:xfrm>
          <a:prstGeom prst="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" y="161848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61848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49047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金融機関（MUFG・Nomura・SMBC等）での ChatGPT・Claude 本格導入で，『white-collar task automation』が加速。customer service・regulatory reporting・risk analysis 層での『人力置...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37744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37744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58368" y="257860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57860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245059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大手テック企業（Sony・Toyota・NTT等）の『proprietary AI model development』投資が激化。Global competitors（OpenAI・Google）の『Japan market price compression』に対抗。2026...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33756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8368" y="353872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5387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341071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AI research talents の『brain drain』加速リスク。OpenAI・Google・Anthropic が$300-500M+ annual AI research budget で global recruitment加速中。日本企業の『lower AI...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29768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54864" cy="868680"/>
          </a:xfrm>
          <a:prstGeom prst="rect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" y="4498848"/>
            <a:ext cx="384048" cy="384048"/>
          </a:xfrm>
          <a:prstGeom prst="ellipse">
            <a:avLst/>
          </a:prstGeom>
          <a:solidFill>
            <a:srgbClr val="5BA4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44988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37083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Data center・cloud infrastructure costs の『global bottleneck波及』。AWS・Azure Japan region での『power demand surge』による『price increase』予想（2026年Q2-Q4で...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57800"/>
            <a:ext cx="5303520" cy="86868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57800"/>
            <a:ext cx="54864" cy="86868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" y="5458968"/>
            <a:ext cx="384048" cy="384048"/>
          </a:xfrm>
          <a:prstGeom prst="ellipse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545896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eiryo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5330952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『AI regulation対応』の corporate cost increase。Japan政府が『AI ethics・transparency・accountability』要件の『voluntary guideline』作成中（2026年Q2-Q3 expected）。c...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56655" y="960120"/>
            <a:ext cx="5486400" cy="548640"/>
          </a:xfrm>
          <a:prstGeom prst="roundRect">
            <a:avLst/>
          </a:prstGeom>
          <a:solidFill>
            <a:srgbClr val="FF96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9535" y="10515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eiryo"/>
              </a:defRPr>
            </a:pPr>
            <a:r>
              <a:t>■  ACTION ITEMS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56655" y="1645920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293815" y="1874520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3815" y="187452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05295" y="1737360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金融機関・大手企業のCTO・CDO層は『ChatGPT・Claude・Gemini』の『enterprise deployment evaluation』を 2026年Q2 中に完了。特に『data security・compliance・cost control』の frame...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56655" y="2670048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93815" y="2898648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93815" y="2898648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05295" y="2761488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Japan IT vendors（NTT・Fujitsu・NEC・KDDI等）は『vertical AI solution development』（healthcare AI・manufacturing AI・financial AI）への investment acceler...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56655" y="3694176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93815" y="3922776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93815" y="3922776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05295" y="3785616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大学・研究機関は『AI talent cultivation program』の拡充。大学院 AI/ML カリキュラム modernization・インターンシップ program with tech companies の setupで『talent pipeline』確保（責...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56655" y="4718304"/>
            <a:ext cx="5486400" cy="914400"/>
          </a:xfrm>
          <a:prstGeom prst="roundRect">
            <a:avLst/>
          </a:prstGeom>
          <a:solidFill>
            <a:srgbClr val="E8F1F8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93815" y="4946904"/>
            <a:ext cx="320040" cy="320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6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3815" y="4946904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961C"/>
                </a:solidFill>
                <a:latin typeface="Meiryo"/>
              </a:defRPr>
            </a:pPr>
            <a: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05295" y="4809744"/>
            <a:ext cx="4800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  <a:r>
              <a:t>Government（経産省・総務省）は『Japan AI Governance Framework』（regulation + incentive policy）の『consultation draft』を2026年Q2中に enterprise community に pub...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AI業界標準規格 / プロトコル一覧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2026-02-18  |  Page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960120"/>
          <a:ext cx="110944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645920"/>
                <a:gridCol w="1371600"/>
                <a:gridCol w="914400"/>
                <a:gridCol w="56994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規格名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発表元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レイヤー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発表日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eiryo"/>
                        </a:defRPr>
                      </a:pPr>
                      <a:r>
                        <a:t>概要</a:t>
                      </a:r>
                    </a:p>
                  </a:txBody>
                  <a:tcPr>
                    <a:solidFill>
                      <a:srgbClr val="005BA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2026-01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AIエージェント経由の商取引を標準化。A2A・MCP・AP2を統合オーケストレーションする上位プロトコル。Shopify・Walmart等が支持。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 Skills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 Capability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2025-12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AIエージェントに再現可能なワークフローを教えるオープン標準。SKILL.mdベースのプログレッシブ・ディスクロージャー方式。Microsoft・OpenAI等が採用。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ANP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ANP Community (中国移動/Huawei等)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Network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数十億のエージェントのためのネットワークプロトコル。W3C DIDによるID認証、JSON-LDによる能力公開の3層アーキテクチャ。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ACP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 + Stripe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Commerce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2025-09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AIエージェント経由の商取引フローを実現するオープン標準。物理/デジタル商品、サブスクリプション対応。ChatGPTで実装済み。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AGENTS.md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OpenAI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Project Instruction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AIコーディングエージェントにプロジェクト固有のガイダンスを提供するMarkdownベース規約。Copilot・Cursor・Gemini CLI等が対応。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A2A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Google Cloud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Agent-Agent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2025-04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異なるプラットフォーム・ベンダー間でAIエージェント同士が通信・協働するオープンプロトコル。MCPの補完的位置づけ。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05BAB"/>
                          </a:solidFill>
                          <a:latin typeface="Meiryo"/>
                        </a:defRPr>
                      </a:pPr>
                      <a:r>
                        <a:t>MCP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Anthropic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BA4D9"/>
                          </a:solidFill>
                          <a:latin typeface="Meiryo"/>
                        </a:defRPr>
                      </a:pPr>
                      <a:r>
                        <a:t>Agent-Tool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6C757D"/>
                          </a:solidFill>
                          <a:latin typeface="Meiryo"/>
                        </a:defRPr>
                      </a:pPr>
                      <a:r>
                        <a:t>2024-11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1A2E"/>
                          </a:solidFill>
                          <a:latin typeface="Meiryo"/>
                        </a:defRPr>
                      </a:pPr>
                      <a:r>
                        <a:t>AIモデルを外部データソース・ツールに接続するオープン標準。10,000以上のMCPサーバーが公開済み。OpenAI・Google・Microsoft等が採用。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C757D"/>
                </a:solidFill>
                <a:latin typeface="Meiryo"/>
              </a:defRPr>
            </a:pPr>
            <a:r>
              <a:t>※ キャッチアップ時に自動更新  |  各公式サイトで最新情報をご確認ください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Data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2026-02-18  |  Page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ny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51560"/>
            <a:ext cx="5303520" cy="2468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55080" y="100584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051560"/>
            <a:ext cx="530352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portance_don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03320"/>
            <a:ext cx="5303520" cy="246888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355080" y="3657600"/>
            <a:ext cx="53949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BA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news_landscap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3703320"/>
            <a:ext cx="530352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05B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Meiryo"/>
              </a:defRPr>
            </a:pPr>
            <a:r>
              <a:t>Sources (引用元一覧)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446520"/>
            <a:ext cx="11094415" cy="9144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C757D"/>
                </a:solidFill>
                <a:latin typeface="Meiryo"/>
              </a:defRPr>
            </a:pPr>
            <a:r>
              <a:t>AI News Daily Deck  |  2026-02-18  |  Page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https://www.cnbc.com/2026/02/17/render-raises-100-million-at-1point5-billion-valuation.html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https://www.cnbc.com/2026/02/15/openclaw-creator-peter-steinberger-joining-openai-altman-says.html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https://techcrunch.com/2026/02/16/all-the-important-news-from-the-ongoing-india-ai-summit/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Axios: https://www.axios.com/2026/02/12/ai-openai-agi-xai-doomsday-scenario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Robotics &amp; Automation News: https://roboticsandautomationnews.com/2026/02/12/apptronik-nears-1-billion-in-funding-with-520-million-extension-to-series-a-round/98897/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655" y="9601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Meiryo"/>
              </a:defRPr>
            </a:pP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CNBC: https://www.cnbc.com/2026/02/11/mistral-ai-infrastructure-sweden.html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Axios: https://www.axios.com/2026/02/16/anthropic-defense-department-relationship-hegseth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https://techcrunch.com/2026/02/13/coheres-240m-year-sets-stage-for-ipo/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AP News: https://apnews.com/article/anthropic-claude-380b-valuation-openai-rivalry-ipo-65c08aa4fab90cde952f37d32625394a</a:t>
            </a:r>
          </a:p>
          <a:p>
            <a:pPr>
              <a:spcBef>
                <a:spcPts val="300"/>
              </a:spcBef>
              <a:defRPr sz="1100" b="0">
                <a:solidFill>
                  <a:srgbClr val="6C757D"/>
                </a:solidFill>
                <a:latin typeface="Meiryo"/>
              </a:defRPr>
            </a:pPr>
            <a:r>
              <a:t>► TechCrunch: https://techcrunch.com/2026/02/17/here-are-the-17-us-based-ai-companies-that-have-raised-100m-or-more-in-2026/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6126480"/>
            <a:ext cx="103628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C757D"/>
                </a:solidFill>
                <a:latin typeface="Meiryo"/>
              </a:defRPr>
            </a:pPr>
            <a:r>
              <a:t>AI News Daily Deck - Generated by Claude Code | 本レポートは生成AIにより自動作成されており、一部ハルシネーションを含む可能性があります。元記事URLから一次情報をご確認ください。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