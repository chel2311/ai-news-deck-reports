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5BAB"/>
                </a:solidFill>
                <a:latin typeface="Meiryo"/>
              </a:defRPr>
            </a:pPr>
            <a:r>
              <a:t>AI News Daily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74320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6C757D"/>
                </a:solidFill>
                <a:latin typeface="Meiryo"/>
              </a:defRPr>
            </a:pPr>
            <a:r>
              <a:t>2026-02-22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274320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8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 News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4754880"/>
            <a:ext cx="274320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4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754880"/>
            <a:ext cx="274320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2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2026-02-22  |  Page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246888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8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960120"/>
            <a:ext cx="246888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Top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OpenAI</a:t>
            </a:r>
            <a:r>
              <a:rPr sz="1400">
                <a:solidFill>
                  <a:srgbClr val="6C757D"/>
                </a:solidFill>
                <a:latin typeface="Meiryo"/>
              </a:rPr>
              <a:t> 4件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46888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4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960120"/>
            <a:ext cx="2468880" cy="36576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2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24328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74320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74320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852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81635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OpenAIが2030年の支出目標を$1.4兆から$600億に大幅修正し、2030年売上目標を$280億と設定。月$13.1B（2025年実績）から年率10倍以上の成長を目指す雄心的計画である一方、実現可能性への懸念が市場で高まってい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2044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54864" cy="68580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301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NVIDIAがOpenAIへ$30B投資で合意する見込み。これは2025年9月発表の$100B基盤設備協定とは別の直接投資で、OpenAIの$730B企業評価額を確定させる重要なシグナル。GPU供給の確保が戦略的に重要であることを示す。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9768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54864" cy="68580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407408"/>
            <a:ext cx="384048" cy="384048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074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37083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AIブームに対する社会的懐疑が顕在化。YouGov調査で33%が『AIが人類を滅ぼすリスク』を懸念。NBER調査では80%の企業が『生産性への影響がない』と回答。Sam Altman自身が『AIの浸透が予想より遅い』と公言。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54864" cy="68580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5184648"/>
            <a:ext cx="384048" cy="384048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84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14807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インド市場がAIの新たな戦場へ。SarvamがIndus AIアプリを発表（105Bパラメータモデル）。OpenAIはChatGPTで1億週間ユーザー超、インドの18-24歳が50%を占める。TCS・Infosysも大手AI企業と相次ぎ提携し、人材と市場を活用した急速な産業化が進行中。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5216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5216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59618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9618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92531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チップメーカー主導の統合インフラ戦略が確立。Meta年間$115-135B投資、NVIDIAのBlackwell/Rubin GPU数百万基単位の大量採用、原発など電力供給の確保が標準化。ハイパースケーラーの競争が硬件・電力・データセンターの三層統合へシフト。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TODAY'S HIGHLIGHT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2026-02-22  |  Page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eiryo"/>
              </a:defRPr>
            </a:pPr>
            <a:r>
              <a:t>[UPDATE] OpenAI、2030年インフラ支出目標を$1.4兆から$600億に修正。企業評価額$730B、2030年売上$280B目標設定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005840" cy="256032"/>
          </a:xfrm>
          <a:prstGeom prst="round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OpenAI  |  Business  |  ★★★★★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61C"/>
                </a:solidFill>
                <a:latin typeface="Meiryo"/>
              </a:defRPr>
            </a:pPr>
            <a:r>
              <a:t>&gt;&gt; 前日発表の$100B資金調達に対して、本日インフラ支出計画の詳細と修正目標が追加公開。$1.4T→$600B修正は経営方針の大きな転換を示す新情報。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OpenAIがSam Altman CEOの雄心的な投資計画を現実的な目標に修正。従来$1.4兆ドルの基盤設備投資公約から$600億ドルへの下方修正は、市場から『過剰投資リスク』との懸念を受けた形。2025年実績$13.1Bから2030年$280B売上を目指すが、これは年率52%成長を要求する。一方、ChatGPT月間9億ユーザー（10月比+100M）、Codex 150万ユーザーという高い利用実績が武器。$100B以上の資金調達ラウンド（戦略投資家90%）を完了予定で、NVIDIA・Amazo...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8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448056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4805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4340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262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OpenAIの支出修正は業界全体へのシグナルとなる。Meta・Google・Anthropic等も同様の『過投資リスク』に直面しており、資本効率性への議論が加速。一方、NVIDIA・TSMC・電力企業（原発・再生可能）等のハードウェア・イ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5780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25780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544068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44068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4D9"/>
                </a:solidFill>
                <a:latin typeface="Meiryo"/>
              </a:defRPr>
            </a:pPr>
            <a:r>
              <a:t>Outlook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8640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2026年Q2-Q3に資金調達ラウンド完了予定。IPO目標の6月達成は難しく、2027年へのシフトが濃厚。2030年$280B売上達成には、エンタープライズ向け導入加速・新規プロダクト上市（Agent AI）・価格値上げの三層作戦が必須。イ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21792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621792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640080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400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26364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Risks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44652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赤字体質の継続リスク（2025年$13.1B売上に対し月$8Bの焼却）。消費者向けAI受容の停滞（33%が『AGIリスク懸念』）により、利用者数増加が売上に結びつかない可能性。NVIDIA供給制約（台湾地政学リスク）による投資計画の遅延。競</a:t>
            </a:r>
          </a:p>
        </p:txBody>
      </p:sp>
      <p:pic>
        <p:nvPicPr>
          <p:cNvPr id="31" name="Picture 30" descr="highligh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96012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企業動向比較マトリクス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2026-02-22  |  Page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474720"/>
                <a:gridCol w="914400"/>
                <a:gridCol w="3047695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注力分野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主要アクション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動向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強み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汎用LLM・エンタープライズAI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$600B支出目標修正（$1.4T→$600B）、ChatGPT 900M週間ユーザー、Codex 1.5M週間ユーザー、2025年売上$13.1B、2030年売上目標$280B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ChatGPTの圧倒的ユーザー基盤、企業向け統合、インド市場の足がかり確保。弱点：赤字体質の継続、社会的受容の停滞、競合との技術格差縮小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マルチモーダルLLM・推論能力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Gemini 3.1 Pro（2月20日発表、ARC-AGI-2で77.1%達成、推論性能2倍向上）、インド市場への進出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Geminiの推論性能でOpenAI・Anthropicを超越、段階的なモデル改善による市場信頼構築。弱点：収益化モデルの明確性不足、独占禁止法規制リスク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安全性重視LLM・エンタープライズセグメント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Claude 全使用量の5.8%をインドが占有、TCS・Infosys提携、政治ロビー活動の強化（$20M献金による政治PAC）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企業向け信頼性の高さ、インド市場での早期参入、安全性ポジショニング。弱点：OpenAIの消費者向けユーザー数に大幅水をあけられた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NVIDIA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AI基盤設備・GPU供給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 $30B投資合意、Meta との複数年統合パートナーシップ（Blackwell・Rubin GPU数百万基）、Jensen Huang のメディア露出増加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ハイパースケーラー向けの唯一無二の供給者地位、投資判断による市場統制力。弱点：製造能力の限界（台湾TSMC依存）、代替技術（AMD Instinct）の台頭可能性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大規模AI基盤設備・WhatsApp統合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2026年資本支出$115-135B予定、NVIDIA との深層統合（GB300ベース、Spectrum-X Ethernet、Confidential Computing導入）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消費者インタフェース（WhatsApp）との統合による実用化、基盤設備への強気投資。弱点：広告ビジネスとの親和性不明瞭、消費者向けAI利用のユースケース未成熟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Sarvam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多言語LLM・ローカル言語AI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Indus AI アプリ発表（105B・30B モデル）、India AI Impact Summit での正式展開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インド言語（ヒンディー・テルグ・タミル等）への特化、現地市場との親密度。弱点：グローバルモデル競争での圧倒的な資金・人才不足、消費者向け製品経験の浅さ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669279"/>
            <a:ext cx="2011680" cy="32004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OpenAI  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669279"/>
            <a:ext cx="2011680" cy="3200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Google  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669279"/>
            <a:ext cx="2011680" cy="32004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Anthropic  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669279"/>
            <a:ext cx="2011680" cy="32004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NVIDIA  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5669279"/>
            <a:ext cx="2011680" cy="32004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Meta  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トレンドフロー分析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2026-02-22  |  Page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インフラ支出の現実化とビジネスモデルの実装課題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OpenAIが$1.4T（2025年9月）から$600Bへの下方修正を発表したことは、単なる数値調整ではなく、LLM企業の根本的な経営課題を露呈させた。2030年売上目標$280B達成には、2025年$13.1Bから22倍以上の成長が必要。一方、80%の企業が『生産性への影響がない』（NBER調査）と報告する環境では、企業向け導入が加速する根拠が薄弱である。データセンター建設・GPU調達・電力確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NVIDIA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Amazon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880360"/>
            <a:ext cx="1188720" cy="274320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Microsoft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社会的受容の停滞と『AI懐疑論』の台頭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かつてのドットコムバブルやTV革命と異なり、2026年のAIブームは一般大衆の支持を得ていない。YouGov調査で33%が『AGI=人類滅亡』と懸念し、8%しが『AI搭載デバイスに追加料金を払う』と答えていない。Sam Altman自身が『AIの文化・経済への浸透が想定より遅い』と認める発言は、技術企業の自信喪失の兆候。NVIDIA CEO Jensen Huangも『ナラティブ（物語）の争いに敗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8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880360"/>
            <a:ext cx="1188720" cy="27432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Meta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インド市場の急速な産業化と地域AI生態系の形成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India AI Impact Summit（2月16-21日、25万人参加予定）を中心に、インドがグローバルAI競争の新拠点として浮上した。SarvamのIndus AI（105Bモデル）発表に加え、OpenAI（ChatGPT 1億週間ユーザー）・Anthropic（Claude 全使用量の5.8%）・Googleが進出。TCS・Infosys（インド最大手IT企業）が相次ぎOpenAI・An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3949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48840" y="53949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53949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Sarvam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760720" y="20116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wn Arrow 45"/>
          <p:cNvSpPr/>
          <p:nvPr/>
        </p:nvSpPr>
        <p:spPr>
          <a:xfrm>
            <a:off x="3063240" y="3300984"/>
            <a:ext cx="274320" cy="201168"/>
          </a:xfrm>
          <a:prstGeom prst="down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2026-02-22  |  Page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[UPDATE] NVIDIA、OpenAIへ$30億ドル投資で合意。OpenAI企業評価額$730B pre-money確定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307592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61C"/>
                </a:solidFill>
                <a:latin typeface="Meiryo"/>
              </a:defRPr>
            </a:pPr>
            <a:r>
              <a:t>&gt;&gt; 前日の$100B協定『実行状況』に対する本日の$30B直接投資発表は、協力関係の進展を示す続報。企業評価額$730B確定...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527048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NVIDIAがOpenAIの資金調達ラウンドに$30Bの直接投資を実行。2025年9月発表の$100B基盤設備協定とは独立した戦略的投資で、OpenAI企業評価額を$730B pre-money valuation で確定させる重要なマイル...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OpenAI企業評価額$730Bの確定により、IPO公開価格の水準が見えてくる。仮にIPO時に$900B-$1T評価額を目指す場合、$100B+ ラウンド閉じ後の$50-100B増加が必要。NVIDI...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Business  |  CNBC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Sam Altman『AIの社会浸透が予想より遅い』と公言。AI懐疑論が顕在化—33%が『AGIリスク』懸念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461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Sam Altman OpenAI CEOが AI Impact Summit で『AIが文化・経済に吸収される速度が想定より遅い』と発言。同時期のNew York Times 報道で、一般社会の AI受容が停滞していることが明らかに。Yo...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消費者向けAI導入の減速が確実視され、エンタープライズセグメントへの経営リソース集中が加速。言い換えれば『BtoC AIは蜃気楼、BtoB（特に Fortune 500企業）のみが現実』という産業構造...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OpenAI  |  Policy  |  The New York Times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Sarvam『Indus AI』チャットアプリ公開。インド向けAI市場で OpenAI・Google に対抗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0292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ベンガルール拠点の Sarvam AI が『Indus』チャットアプリを web・mobile 向けにリリース。同時に 105-billion parameter（Sarvam 105B）と 30-billion parameter（Sar...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インド市場での消費者向けAI競争が激化。OpenAI ChatGPT（『100M weekly ユーザー』宣言）と Sarvam Indus の直接対比が発生。企業向けセグメントでも、TCS・Info...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LLM  |  TechCrunch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Global Market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2026-02-22  |  Page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グローバル AI 業界は 2026 年 2 月を機に『期待値修正局面』へ明確にシフトした。米国市場では、OpenAI・Google・NVIDIA が相互に支出計画を下方修正し、『スケール無限大』から『現実的規模制御』への転換を完了。NVIDIA による OpenAI $30B 投資合意は、チップメーカーによる LLM 企業『部分支配』という新しい産業構造の確立を示す。欧州市場は沈黙したまま AI 競争から後退し、規制重視の『慎重路線』を継続。一方、インド市場が『東方からの異議申し立て』として浮上。New Delhi が $200B 投資計画、OpenAI が週間 1 億ユーザー達成、Sarvam・TCS・Infosys が『インド言語・現地化 AI』の産業化を開始。従来『Silicon Valley 一極中心』のグローバル AI 競争が『米国・インド・中国（水面下）』の三極体制へ再編。加え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IMPACT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6655" y="1261872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6655" y="14173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6655" y="14173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6383" y="16002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6383" y="16002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295" y="14904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OpenAI・Google・NVIDIA の支出修正により、AI ハイパースケーラー時代の『無限スケール神話』が終焉。代わって『効率性・現実的規模・収益性』重視の経営パラダイムが定着。これにより、スタートアップの淘汰と業界寡占化が同時進行。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655" y="23317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233172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6383" y="251460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6383" y="25146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295" y="24048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インド市場の急速な産業化（$200B 公的投資 + $50B+ 民間 VC）により、AI のグローバル』地政学的分散』が確実化。従来『Silicon Valley 中心』の産業構造から『複数極の競争』へシフト。日本・韓国・ASEAN もインド成功をベンチマーク...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655" y="32461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655" y="324612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6383" y="342900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6383" y="34290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295" y="33192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原発・核融合とのエネルギー統合が AI インフラの『必須要件』へ昇格。CO2 ゼロ目標だけでなく、『エネルギー安定供給の物理的課題解決』が差別化要因に。原発立地国（米国・仏国）の AI 産業誘致が加速し、地政学的な『エネルギー資源』の重要性再認識。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655" y="41605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6655" y="4160520"/>
            <a:ext cx="54864" cy="82296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6383" y="4343400"/>
            <a:ext cx="365760" cy="365760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6383" y="4343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42336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社会的懐疑論の深刻化（33%が AGI リスク、NBER 調査で 80%企業が『生産性影響なし』）により、『AI ユートピア言説』の説得力喪失。今後の AI 企業は『技術優越性の主張』から『実際の価値創出実績の提示』へ営業戦略転換を強要される。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6655" y="50749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6655" y="50749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66383" y="52578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6383" y="5257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295" y="51480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ハードウェア・ソフトウェア・エネルギーの『垂直統合』が標準化。NVIDIA・OpenAI・電力企業の複合提携が『AI コンソーシアム』を形成し、従来の『モジュラー型サプライチェーン』から『統合型エコシステム』への転換。スタートアップの『単機能提供』は淘汰される...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日本市場インパクト &amp; 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2026-02-22  |  Page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BAB"/>
                </a:solidFill>
                <a:latin typeface="Meiryo"/>
              </a:defRPr>
            </a:pPr>
            <a:r>
              <a:t>日本市場への影響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3716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6184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184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49047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NEC・富士通・SIer 各社のインド IT 企業への『下請け化懸念』が深刻化。業務人員の大幅削減・給与水準低化が予想。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57860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5059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トヨタ・ホンダ等自動車産業の『AI 駆動自動化』遅延リスク。インド製造業が『自動化率』で日本を逆転する可能性。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5387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5387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1071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日本政府の『AI 戦略費』（現在 $10B 程度）が不十分と認識される。インド・米国との『投資格差』（100 倍以上）が『AI 国家間競争力格差』として固定化。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6655" y="960120"/>
            <a:ext cx="5486400" cy="548640"/>
          </a:xfrm>
          <a:prstGeom prst="round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9535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■  ACTION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6655" y="1645920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93815" y="1874520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3815" y="18745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173736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【経済産業省・内閣府】2026 年 Q2 までに『インド対抗 AI 戦略』を策定し、NEDO・RIKEN の AI 投資を 3 倍に拡大。特に『多言語 AI・エッジ AI』でインド Sarvam に対抗する資金配置が急務。対象者：経産大臣。期限：2026 年 4 月 30 日。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6655" y="2670048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93815" y="2898648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3815" y="2898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5295" y="276148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【NEC・富士通等国内 IT 企業】『Anthropic Claude』の日本向けカスタマイズ事業を開始し、インド TCS・Infosys の『日本市場侵食』に対抗。同時に、『信頼性重視の日本的 AI』を国際セールス化する製品戦略へシフト。対象者：各社 CEO。期限：2026 年...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6655" y="3694176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93815" y="3922776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3815" y="3922776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5295" y="3785616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【自動車メーカー（トヨタ・ホンダ）】『AI 駆動自動化』ロードマップを緊急改定し、2027 年中に生産ラインの AI 統合率 50%を達成。インド製造業との『自動化競争』での後塵回避が必須。対象者：各社技術部門責任者。期限：2026 年 5 月 31 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AI業界標準規格 / プロトコル一覧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2026-02-22  |  Page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371600"/>
                <a:gridCol w="914400"/>
                <a:gridCol w="5699455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規格名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レイヤー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UCP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AIエージェント経由の商取引を標準化。A2A・MCP・AP2を統合オーケストレーションする上位プロトコル。Shopify・Walmart等が支持。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 Skills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 Capability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AIエージェントに再現可能なワークフローを教えるオープン標準。SKILL.mdベースのプログレッシブ・ディスクロージャー方式。Microsoft・OpenAI等が採用。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ANP Community (中国移動/Huawei等)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Network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数十億のエージェントのためのネットワークプロトコル。W3C DIDによるID認証、JSON-LDによる能力公開の3層アーキテクチャ。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ACP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 + Stripe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AIエージェント経由の商取引フローを実現するオープン標準。物理/デジタル商品、サブスクリプション対応。ChatGPTで実装済み。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Project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AIコーディングエージェントにプロジェクト固有のガイダンスを提供するMarkdownベース規約。Copilot・Cursor・Gemini CLI等が対応。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A2A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Agent-Agent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異なるプラットフォーム・ベンダー間でAIエージェント同士が通信・協働するオープンプロトコル。MCPの補完的位置づけ。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2024-11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AIモデルを外部データソース・ツールに接続するオープン標準。10,000以上のMCPサーバーが公開済み。OpenAI・Google・Microsoft等が採用。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Meiryo"/>
              </a:defRPr>
            </a:pPr>
            <a:r>
              <a:t>※ キャッチアップ時に自動更新  |  各公式サイトで最新情報をご確認ください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Data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2026-02-22  |  Page 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ny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0352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30352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portance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530352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ews_landsc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Sources (引用元一覧)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2026-02-22  |  Page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https://techcrunch.com/2026/02/20/indias-sarvam-launches-indus-ai-chat-app-as-competition-heats-up/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CNBC: https://www.cnbc.com/2026/02/20/openai-resets-spend-expectations-targets-around-600-billion-by-2030.html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NeutronBytes: https://neutronbytes.com/2026/02/21/inl-partners-with-nvidia-on-nuclear-ai-apps/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The New York Times: https://www.nytimes.com/2026/02/21/technology/ai-boom-backlash.html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Mint（経済日報）: https://www.livemint.com/technology/tcs-infosys-openai-anthropic-india-it-sector-ai-future-growth-11771505626195.html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https://techcrunch.com/2026/02/20/openai-says-18-to-24-year-olds-account-for-nearly-50-of-chatgpt-usage-in-india/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CNBC: https://www.cnbc.com/2026/02/19/nvidia-is-in-talks-to-invest-up-to-30-billion-in-openai-source-says.html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https://techcrunch.com/2026/02/19/general-catalyst-commits-5b-to-india-over-five-years/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Meiryo"/>
              </a:defRPr>
            </a:pPr>
            <a:r>
              <a:t>AI News Daily Deck - Generated by Claude Code | 本レポートは生成AIにより自動作成されており、一部ハルシネーションを含む可能性があります。元記事URLから一次情報をご確認ください。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