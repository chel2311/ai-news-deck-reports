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eiryo"/>
              </a:defRPr>
            </a:pPr>
            <a:r>
              <a:t>ニュース 11件 | 対象: OpenAI, Anthropic, Google, Microsoft, Meta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6A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  <a:r>
              <a:t>Source: CNN Business - https://www.cnn.com/2026/02/05/tech/anthropic-opus-update-software-stocks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OpenAI  (1件)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OpenAI、Anthropicの15分後にCodexとGPT-5.3を発表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Anthropic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Anthropic Claude Opus 4.6リリース、ソフトウェア業界に衝撃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エージェント型AI元年：Model Context Protocol（MCP）がLinux Foundationに寄付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Microsoft  (2件)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ビッグテック4社、AI投資総額7000億ドルに到達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★★★★★  AIコード生成が主流化：Microsoft/Google共にコードの25-30%がAI生成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Other  (6件)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AI規制：コロラド州法施行を6月に延期、連邦vs州の対立激化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AIスタートアップ資金調達ラッシュ：Goodfire 15億ドル評価、Fundamental 2.5億ドル調達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中国AI企業の台頭：Moonshot AIとAlibabaが米国モデルに迫る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中国Moonshot AIがKimi K2.5をリリース、動画生成とエージェント機能を搭載。Alibaba Qwen3-Max-Thinkingがグローバル基準で優位性を示す。中国モデルのリリース遅延が数ヶ月から数週間、時には数日に短縮。シ...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量子コンピューティング実用化元年：IBM 2026年に古典超越を宣言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IBMが2026年を量子コンピュータが初めて古典コンピュータを上回る性能を達成する年と公式宣言。MicrosoftがMajorana 1トポロジカル量子ビットチップをリリース、単一チップに数百万量子ビットの搭載が可能なアーキテクチャを実現。...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eiryo"/>
              </a:defRPr>
            </a:pPr>
            <a:r>
              <a:t>★★★★☆  エッジAIとオンデバイスAI、2026年に主流化へ</a:t>
            </a:r>
          </a:p>
          <a:p>
            <a:pPr>
              <a:spcBef>
                <a:spcPts val="600"/>
              </a:spcBef>
              <a:defRPr sz="1300" b="0">
                <a:solidFill>
                  <a:srgbClr val="4A4A6A"/>
                </a:solidFill>
                <a:latin typeface="Meiryo"/>
              </a:defRPr>
            </a:pPr>
            <a:r>
              <a:t>2026年はオンデバイスAIとエッジインテリジェンスが主流化する年。業界はスケールアップ（H200/B200/GB200スーパーチップ）とスケールアウト（エッジ最適化、量子化、小型LLM）の戦略分岐。効率性重視のモデルクラスが純粋なスケーリ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日本市場動向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Meiryo"/>
              </a:defRPr>
            </a:pPr>
            <a:r>
              <a:t>日本企業は2026年2月時点でAI投資と実装で米中に大きく後れを取っている。ビッグテックの7000億ドル投資に対し、日本企業の投資規模は桁違いに小さく、独自AIモデル開発でも存在感を示せていない。特にエージェント型AI、量子コンピューティング、AIコード生成などの最先端領域での遅れが顕著。カリフォルニア州やコロラド州のAI規制法は日本の法整備にも影響を与える可能性があり、グローバル展開する日本企業は複数地域の規制対応が必須に。エッジAI・オンデバイスAI領域では、日本の電機メーカーやモバイルチップメーカーが強みを発揮できる可能性があり、ここが突破口となる。AI人材不足も深刻で、AI科学研究パートナー活用による生産性向上が急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インフォグラフィック</a:t>
            </a:r>
          </a:p>
        </p:txBody>
      </p:sp>
      <p:pic>
        <p:nvPicPr>
          <p:cNvPr id="4" name="Picture 3" descr="compan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2743200"/>
          </a:xfrm>
          <a:prstGeom prst="rect">
            <a:avLst/>
          </a:prstGeom>
        </p:spPr>
      </p:pic>
      <p:pic>
        <p:nvPicPr>
          <p:cNvPr id="5" name="Picture 4" descr="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2743200"/>
          </a:xfrm>
          <a:prstGeom prst="rect">
            <a:avLst/>
          </a:prstGeom>
        </p:spPr>
      </p:pic>
      <p:pic>
        <p:nvPicPr>
          <p:cNvPr id="6" name="Picture 5" descr="category_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5760720" cy="2743200"/>
          </a:xfrm>
          <a:prstGeom prst="rect">
            <a:avLst/>
          </a:prstGeom>
        </p:spPr>
      </p:pic>
      <p:pic>
        <p:nvPicPr>
          <p:cNvPr id="7" name="Picture 6" descr="importance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7607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6A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IBM: https://www.ibm.com/think/news/ai-tech-trends-predictions-2026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Axios: https://www.axios.com/2026/02/06/amazon-microsoft-meta-ai-investment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CNN Business: https://www.cnn.com/2026/02/05/tech/anthropic-opus-update-software-stocks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https://www.technologyreview.com/2026/01/12/1130027/generative-coding-ai-software-2026-breakthrough-technology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TechCrunch: https://techcrunch.com/2026/02/05/openai-launches-new-agentic-coding-model-only-minutes-after-anthropic-drops-its-own/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MIT Sloan Management Review: https://sloanreview.mit.edu/article/five-trends-in-ai-and-data-science-for-2026/</a:t>
            </a:r>
          </a:p>
          <a:p>
            <a:pPr>
              <a:spcBef>
                <a:spcPts val="300"/>
              </a:spcBef>
              <a:defRPr sz="1100" b="0">
                <a:solidFill>
                  <a:srgbClr val="4A4A6A"/>
                </a:solidFill>
                <a:latin typeface="Meiryo"/>
              </a:defRPr>
            </a:pPr>
            <a:r>
              <a:t>Tech Startups: https://techstartups.com/2026/02/05/top-startup-and-tech-funding-news-february-5-2025/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A6A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