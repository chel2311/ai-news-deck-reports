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eiryo"/>
              </a:defRPr>
            </a:pPr>
            <a:r>
              <a:t>2026-02-09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"/>
              </a:defRPr>
            </a:pPr>
            <a:r>
              <a:t>ニュース 10件 | 対象: OpenAI, Anthropic, Google, Microsoft, Meta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Meiryo"/>
              </a:defRPr>
            </a:pPr>
            <a:r>
              <a:t>OpenAI、GPT-5の開発進捗を発表 - マルチモーダル性能が大幅向上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6A"/>
                </a:solidFill>
                <a:latin typeface="Meiryo"/>
              </a:defRPr>
            </a:pPr>
            <a:r>
              <a:t>OpenAI  |  LLM  |  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Meiryo"/>
              </a:defRPr>
            </a:pPr>
            <a:r>
              <a:t>OpenAIは次世代モデルGPT-5の開発が順調に進んでいることを明らかにした。特にマルチモーダル処理能力が現行モデルから大幅に向上しており、画像・音声・テキストの統合的な理解と生成が可能になる見込み。2026年後半のリリースを目指しており、推論能力の飛躍的改善も報告され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A"/>
                </a:solidFill>
                <a:latin typeface="Meiryo"/>
              </a:defRPr>
            </a:pPr>
            <a:r>
              <a:t>Source: TechCrunch - https://techcrunch.com/2026/02/08/openai-gpt5-progress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OpenAI  (2件)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★★★★★  OpenAI、GPT-5の開発進捗を発表 - マルチモーダル性能が大幅向上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OpenAIは次世代モデルGPT-5の開発が順調に進んでいることを明らかにした。特にマルチモーダル処理能力が現行モデルから大幅に向上しており、画像・音声・テキストの統合的な理解と生成が可能になる見込み。2026年後半のリリースを目指しており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★★★☆☆  OpenAI、日本法人の機能拡張を発表 - 東京オフィスに100名体制へ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OpenAIは日本法人の大幅な機能拡張を発表。東京オフィスを現在の30名から100名体制に拡大し、日本語特化モデルの開発チーム、国内パートナーシップ専任チーム、日本市場向けカスタムソリューションチームの3部門を新設する。NTTデータ、ソフト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Anthropic  (2件)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★★★★☆  Anthropic、Claude Code Enterprise版を企業向けに提供開始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Anthropicは開発者向けAIコーディングツール「Claude Code」のエンタープライズ版を発表した。SOC2 Type II準拠のセキュリティ、組織内コードベースでの微調整、チーム管理・権限制御機能を備え、大規模開発チーム向けに月...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★★★☆☆  Anthropic、Constitutional AIの改良で安全性評価スコアが20%向上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Anthropicは、Constitutional AI（CAI）の改良版「CAI v2」を発表した。安全性評価ベンチマーク「SafetyBench 2.0」でスコアが20%向上し、有害コンテンツ生成の防止精度92%を達成。同時にユーザーの...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Google  (2件)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★★★★☆  Google DeepMind、Gemini 2.5 Proで科学論文の自動生成に成功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Google DeepMindは、Gemini 2.5 Proを用いた科学論文の自動生成実験で、査読者が人間の論文と区別できないレベルの品質を達成した。材料科学分野で10本の論文を生成し、盲検査読で人間の論文と同等の評価を獲得。ただし、実験...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★★★☆☆  Google、Gemini APIの価格を最大40%引き下げ - 開発者向けに大幅値下げ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GoogleはGemini APIの利用料金を最大40%引き下げると発表した。特にGemini 2.0 Flashモデルの入力トークン単価が$0.075/1Mから$0.045/1Mに低下。Pro版も20%値下げ。TPU v6eの量産効果によ...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Microsoft  (1件)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★★★☆☆  Microsoft、Azure AI StudioにリアルタイムAIエージェント機能を追加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Microsoftは、Azure AI Studioにリアルタイムで動作するAIエージェント構築機能を追加した。ノーコードビルダーでカスタムAIエージェントを作成でき、CRM・ERP・カスタマーサポートの業務プロセスを自動化。Dynamic...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Meta  (2件)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★★★★☆  Meta、Llama 4の学習にビデオデータを大規模活用 - 動画理解AI競争が加速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Metaは次世代オープンソースLLM「Llama 4」の学習に1億時間規模のビデオデータセットを使用していることを明らかにした。動画の内容理解、要約、質問応答、時系列イベント抽出のタスクで、既存モデル（GPT-4o、Gemini 1.5 P...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★★★☆☆  Meta、AIロボティクス研究チームを新設 - 家庭用ロボット開発に本腰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Metaは新たにAIロボティクス研究チーム（200名規模）を設立し、家庭用AIロボットの開発に本格参入することを発表した。Llama 4の言語理解能力をロボット制御に応用し、自然言語での指示に応じて家事を行えるロボットの実現を目指す。Zuc...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Other  (1件)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★★★★☆  EU、AI規制法の施行細則を策定 - 汎用AIモデルへの透明性要求を具体化</a:t>
            </a:r>
          </a:p>
          <a:p>
            <a:pPr>
              <a:spcBef>
                <a:spcPts val="600"/>
              </a:spcBef>
              <a:defRPr sz="1300" b="0">
                <a:solidFill>
                  <a:srgbClr val="4A4A6A"/>
                </a:solidFill>
                <a:latin typeface="Meiryo"/>
              </a:defRPr>
            </a:pPr>
            <a:r>
              <a:t>EUはAI規制法（AI Act）の施行細則を策定し、GPT、Claude、Gemini等の汎用AIモデル提供者に対する透明性要求を具体化した。学習データセットの概要開示、著作権付きコンテンツの使用状況報告、システムリスク評価レポートの年次提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日本市場動向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Meiryo"/>
              </a:defRPr>
            </a:pPr>
            <a:r>
              <a:t>本日のAIニュースが日本市場に与える影響は、短期・中期・長期の3つの時間軸で整理できる。</a:t>
            </a:r>
            <a:br/>
            <a:br/>
            <a:r>
              <a:t>【短期（1-3ヶ月）】</a:t>
            </a:r>
            <a:br/>
            <a:r>
              <a:t>OpenAI日本法人の100名体制への拡張は、国内SIer・コンサルティング業界に即座に影響する。NTTデータ、ソフトバンク、トヨタとの戦略的パートナーシップが発表されたことで、これらの企業を中心にAI導入プロジェクトが加速する見込み。一方、Gemini APIの40%値下げにより、Google CloudをAI基盤として採用する国内スタートアップが増加するだろう。</a:t>
            </a:r>
            <a:br/>
            <a:br/>
            <a:r>
              <a:t>【中期（3-12ヶ月）】</a:t>
            </a:r>
            <a:br/>
            <a:r>
              <a:t>EU AI規制法の施行細則は、EUで事業展開する日本企業にも影響を及ぼす。特にトヨタ、ソニー、日立などのグローバル企業は、AI製品のEU向け販売において透明性要件への対応が必須となる。経産省も国内規制の検討を加速させる見込みで、日本版AI規制の骨格が2026年末までに示される可能性がある。</a:t>
            </a:r>
            <a:br/>
            <a:br/>
            <a:r>
              <a:t>【長期（1-3年）】</a:t>
            </a:r>
            <a:br/>
            <a:r>
              <a:t>マルチモーダルAIの進化は、日本の製造業（品質検査AI）、医療（画像診断AI）、教育（個別最適化学習AI）に革命的な変化をもたらす。特にGPT-5とGemini 2.5 Proのマルチモーダル競争は、これらの産業でのAI実用化を大幅に前倒しする。Metaのロボティクス参入も、日本の強みであるロボット産業に新たな競争環境をもたらす。ファナック、安川電機などの既存ロボットメーカーとAI企業の協業・競合の構図が明確になるだろ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インフォグラフィック</a:t>
            </a:r>
          </a:p>
        </p:txBody>
      </p:sp>
      <p:pic>
        <p:nvPicPr>
          <p:cNvPr id="4" name="Picture 3" descr="compan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760720" cy="2743200"/>
          </a:xfrm>
          <a:prstGeom prst="rect">
            <a:avLst/>
          </a:prstGeom>
        </p:spPr>
      </p:pic>
      <p:pic>
        <p:nvPicPr>
          <p:cNvPr id="5" name="Picture 4" descr="word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2743200"/>
          </a:xfrm>
          <a:prstGeom prst="rect">
            <a:avLst/>
          </a:prstGeom>
        </p:spPr>
      </p:pic>
      <p:pic>
        <p:nvPicPr>
          <p:cNvPr id="6" name="Picture 5" descr="category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5760720" cy="2743200"/>
          </a:xfrm>
          <a:prstGeom prst="rect">
            <a:avLst/>
          </a:prstGeom>
        </p:spPr>
      </p:pic>
      <p:pic>
        <p:nvPicPr>
          <p:cNvPr id="7" name="Picture 6" descr="importance_tim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57607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A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Meta AI Blog: https://ai.meta.com/blog/llama4-video-training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Anthropic Blog: https://www.anthropic.com/news/claude-code-enterprise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TechCrunch: https://techcrunch.com/2026/02/08/openai-gpt5-progress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Google Blog: https://blog.google/technology/ai/gemini-scientific-paper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OpenAI Blog: https://openai.com/blog/japan-expansion-2026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Reuters: https://www.reuters.com/technology/eu-ai-act-implementation-rules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Anthropic Research: https://www.anthropic.com/research/constitutional-ai-v2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Meta AI Blog: https://ai.meta.com/blog/robotics-team-announcement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Google Developers Blog: https://developers.googleblog.com/gemini-api-price-cut</a:t>
            </a:r>
          </a:p>
          <a:p>
            <a:pPr>
              <a:spcBef>
                <a:spcPts val="300"/>
              </a:spcBef>
              <a:defRPr sz="1100" b="0">
                <a:solidFill>
                  <a:srgbClr val="4A4A6A"/>
                </a:solidFill>
                <a:latin typeface="Meiryo"/>
              </a:defRPr>
            </a:pPr>
            <a:r>
              <a:t>Microsoft Azure Blog: https://azure.microsoft.com/blog/ai-agents-studio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6A"/>
                </a:solidFill>
                <a:latin typeface="Meiryo"/>
              </a:defRPr>
            </a:pPr>
            <a:r>
              <a:t>AI News Daily Deck - Generated by Claude Code | 情報の正確性は各ソースをご確認ください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