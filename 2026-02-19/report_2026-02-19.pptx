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5BAB"/>
                </a:solidFill>
                <a:latin typeface="Meiryo"/>
              </a:defRPr>
            </a:pPr>
            <a:r>
              <a:t>AI News Daily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2743200" cy="4572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6C757D"/>
                </a:solidFill>
                <a:latin typeface="Meiryo"/>
              </a:defRPr>
            </a:pPr>
            <a:r>
              <a:t>2026-02-19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274320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7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 News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4754880"/>
            <a:ext cx="274320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5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4754880"/>
            <a:ext cx="274320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3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2026-02-19  |  Page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60120"/>
            <a:ext cx="246888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7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960120"/>
            <a:ext cx="246888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Top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Anthropic</a:t>
            </a:r>
            <a:r>
              <a:rPr sz="1400">
                <a:solidFill>
                  <a:srgbClr val="6C757D"/>
                </a:solidFill>
                <a:latin typeface="Meiryo"/>
              </a:rPr>
              <a:t> 3件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960120"/>
            <a:ext cx="246888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5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960120"/>
            <a:ext cx="2468880" cy="36576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3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TAKEAWAYS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24328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74320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74320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28529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852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281635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インド AI Summit（2月16-19日）開催でグローバル競争が白熱化：Sam Altman（OpenAI CEO）がChatGPT月間アクティブユーザー1億1000万（インド）を発表。Anthropicは初のインド支部（ベンガルール）開設、Infosysとのパートナーシップで企業向けClaudeエージェント展開開...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52044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20440"/>
            <a:ext cx="54864" cy="68580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363016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6301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59359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Pentagon・Anthropic対立が深刻化：国防総省がAnthropicに対し軍事利用の『全適法用途』承認を強要。Anthropicは自律兵器・米国市民への大規模監視を拒否。合意不調の場合、Anthropicは『サプライチェーンリスク』指定され、Pentagon取引先は強制的にClaude利用を禁止される可能性。..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9768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297680"/>
            <a:ext cx="54864" cy="68580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4407408"/>
            <a:ext cx="384048" cy="384048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074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437083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メタのNVIDIA巨大取引で$650B超AI投資ラッシュ本格化：メタが200万個規模のNVIDIA Grace CPU・Vera Rubin GPU追加購入を発表。同時にMetaが1GW規模インディアナ州データセンター建設を進行中。電力需要は2030年に175-300%増加予測。C2i Semiconductors（イ...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07492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074920"/>
            <a:ext cx="54864" cy="68580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5800" y="5184648"/>
            <a:ext cx="384048" cy="384048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1846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14807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AI安全性への懸念が業界内で『viral化』：Anthropic Safeguards Research責任者が『世界は危機的状況』とX投稿（56M views/36時間）で離職。OpenAI研究員も存在的脅威を公言し離職。Anthropicが政治的圧力で『$20M AI Safety政党献金』発表。イノベーション加速...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85216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85216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5800" y="59618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9618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592531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Anthropic Super Bowl広告キャンペーンが市場支配権争いを象徴：Claudeアプリが米国ランキング41位から Top 10へ躍進（訪問者6.5%増）。Sam Altman（OpenAI）が『欺瞞的・明らかに不誠実』と反発。OpenAI・Anthropic・Meta・Googleが同時にSuper Bow...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TODAY'S HIGHLIGHT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2026-02-19  |  Page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eiryo"/>
              </a:defRPr>
            </a:pPr>
            <a:r>
              <a:t>[UPDATE] Pentagon・Anthropic 対立激化：Emil Michael Under Secretary が『軍事利用の全適法用途承認』強要を発表、Anthropic の『自律兵器・米国市民監視禁止』条件と決裂の危機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005840" cy="256032"/>
          </a:xfrm>
          <a:prstGeom prst="round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Anthropic  |  Policy  |  ★★★★★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61C"/>
                </a:solidFill>
                <a:latin typeface="Meiryo"/>
              </a:defRPr>
            </a:pPr>
            <a:r>
              <a:t>&gt;&gt; 前日（2026-02-16）に Axios が Pentagon による『サプライチェーン risk』脅迫を報道。本日（2026-02-18）に Emil Michael が公式に『交渉困難』を確認し、CNBC が詳細な対立構造を報道。新情報：Pentagon 側の脅迫が『official DoD policy』ではなく『Emil Michael 個人の交渉スタンス』である可能性が判明。同時に『サプライチェーン risk』指定の法的根拠が曖昧（典型用途は adversary countries）であり、Anthropic の judicial challenge 可能性が高まる。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eiryo"/>
              </a:defRPr>
            </a:pPr>
            <a:r>
              <a:t>Pentagon の Emil Michael Under Secretary of War for Research and Engineering が Florida の defense summit で『Anthropic との交渉が困難である』と発表。Anthropic は $200M DoD contract（2025年7月締結）で unclassified networks に Claude デプロイメント、national security customers への customized model 提供を実施。しかし『going forward』交渉で決裂：Anthropic は『autonomous weapons・mass surveillance of Americans』を禁止する条件を要求、DoD は『all lawful purposes without limitation』を主張。Michael の発言『If any one company doesn't want to accommodate that, that's a problem for us』は露骨な脅迫。Pentagon の脅迫手段は『Supply Chain Risk』指定で、DoD contract companies に Claude 利用禁止を強制。一方、OpenAI・Google・xAI は既に DoD 要求に合意済み。Anthropic は政治的圧力（Trump administration の David Sacks AI Czar による『woke AI』批判）に直面。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4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4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416052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16052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2336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Anthropic が『サプライチェーン risk』指定される場合、影響企業：1) Anthropic API users（400+ enterprises）への デプロイメント 禁止、2) Pentagon contracts を受注する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3776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" y="512064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12064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98348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A4D9"/>
                </a:solidFill>
                <a:latin typeface="Meiryo"/>
              </a:defRPr>
            </a:pPr>
            <a:r>
              <a:t>Outlook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16636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2026年 Q1-Q2 に Pentagon-Anthropic 交渉で最終決裂の可能性。Anthropic が『サプライチェーン risk』指定された場合、企業は以下を検討：1) OpenAI への乗り換え、2) Google Gemin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9788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89788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" y="608076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080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94360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61C"/>
                </a:solidFill>
                <a:latin typeface="Meiryo"/>
              </a:defRPr>
            </a:pPr>
            <a:r>
              <a:t>Risks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612648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Anthropic が Pentagon requirement に妥協すれば、『AI safety・ethics』ブランドが毀損。『サプライチェーン risk』指定の法的根拠が薄いため、Anthropic による judicial cha</a:t>
            </a:r>
          </a:p>
        </p:txBody>
      </p:sp>
      <p:pic>
        <p:nvPicPr>
          <p:cNvPr id="31" name="Picture 30" descr="highligh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655" y="96012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企業動向比較マトリクス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2026-02-19  |  Page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3474720"/>
                <a:gridCol w="914400"/>
                <a:gridCol w="3047695"/>
              </a:tblGrid>
              <a:tr h="64007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企業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注力分野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主要アクション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動向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強み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エンタープライズ AI・Frontier Services・エージェント開発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Peter Steinberger（OpenClaw創作者）獲得でAIエージェント開発力強化。Pentagon軍事利用要求に合意。ChatGPT インド月間アクティブ1億1000万ユーザー達成。$100B資金調達を検討中（評価額$830B）。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消費者市場での圧倒的ユーザーベース（インド含む）、Pentagon との協力関係確保、高速な人材獲得。弱点：Super Bowl広告で Anthropic に批判され、『広告への AI活用』で負担増。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AI安全性・倫理的AI・Enterprise Claude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$30B Series G調達で評価額$380B（OpenAI $500B時点から追上中）。Super Bowl広告でClaude登録ユーザー急増（App Store Top 10）。インド初支部開設、Infosys パートナーシップ。Pentagon 軍事利用要求に『安全保障条項』で対抗。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AI安全性に関する企業ブランド価値、Pentagon との対抗で『倫理的AI』ポジション確立、インド展開の積極化。弱点：Pentagon との対立でサプライチェーンリスク指定の脅迫。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マルチモーダルLLM・Gemini・検索エージェント化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India AI Summit で Sundar Pichai CEO出席。Gemini Super Bowl広告で消費者獲得（1.4%ユーザー増）。agentic search commerce 新広告フォーマット展開。Pentagon契約で『全適法用途』承認済み。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検索プラットフォーム支配力、Gemini のエージェント化による advertisingビジネス拡大。弱点：Anthropic・OpenAI に比べて『AI安全性』でのブランド差別化が弱い。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 infrastructure・エンタープライズLLM・Llama オープンソース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NVIDIA Grace CPU・Vera Rubin GPU 200万個規模追加購入。Indiana 1GW データセンター建設。Super Bowl広告で消費者認知度向上。Nemotron モデル（NVIDIA）活用でサードパーティAPI提供。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Infrastructure 投資規模（$650B+）で業界最大級。液冷・電力効率化で技術的リーダーシップ。弱点：Pentagon との『軍事利用』交渉での目立つ報道がなく、防衛産業ポジションが不明確。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xAI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真実探究型LLM・Grok・Stargate データセンター計画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Pentagon 契約で『全適法用途』承認済み。$20B Series E調達達成。SpaceX宇宙データセンター構想。Elon Musk CEO が Anthropic 批判で『倫理的競争』からの差別化。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Elon Musk の政治的影響力（Trump政権と近い）。SpaceX infrastructure での差別化。Pentagon との友好関係。弱点：Grok モデルの市場シェアが小さい、OpenAI・Anthropic 後発。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NVIDIA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 チップ・Hopper・Blackwell・Grace・Vera Rubin GPU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Meta との200万個GPU取引拡大。インド VC企業（Peak XV等）と partnership で startup投資を加速。Nemotron モデル提供でソフトウェア垂直統合。Jensen Huang CEO が India AI Summit 欠席（『予期せぬ事情』）。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 チップ市場の圧倒的シェア。データセンター企業との深い統合。電力効率化 SoC開発。弱点：China 輸出規制、供給制約が継続、競合（AMD・Cerebras）が台頭中。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669279"/>
            <a:ext cx="2011680" cy="32004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OpenAI  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669279"/>
            <a:ext cx="2011680" cy="32004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Anthropic  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5669279"/>
            <a:ext cx="2011680" cy="3200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Google  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5669279"/>
            <a:ext cx="2011680" cy="32004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Meta  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5669279"/>
            <a:ext cx="2011680" cy="32004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xAI  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トレンドフロー分析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2026-02-19  |  Page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インド AI Summit開催による地政学的『AI主権』競争の白熱化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2月16-19日にデリーで開催されたIndia AI Impact Summit（250万人来場予定）は、米国テック企業とインド・BRICS圏におけるAI覇権争いの新段階を象徴。Sam Altmanが「ChatGPT月間アクティブ1億1000万人（インド、米国に次ぐ）」を発表し、新興市場でのユーザー獲得競争が激化。同時にNarendra Modi首相がフランス大統領との共同声明で『AI主権・データ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803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28803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8803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2880360"/>
            <a:ext cx="1188720" cy="27432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Meta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Pentagon・Anthropic対立による政治的規制圧力の急速化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国防総省がAnthropicに対し『軍事利用の全適法用途承認』を強要する交渉で決裂の危機。Emil Michael（Under Secretary of War for Research and Engineering）がペンタゴン防衛サミットで『Anthropicが拒否すれば、緊急時に使用できず問題』と発言。Anthropicは『自律兵器・米国市民への大規模監視利用禁止』の契約条件を要求し妥協し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8803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80" y="28803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28803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xAI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5204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60" y="36301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6301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メタのNVIDIA巨大取引とAI基盤インフラの電力・冷却ボトルネック化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069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Meta Platforms がNVIDIA Grace CPU・Vera Rubin GPU200万個規模の追加購入を発表。Meta Hyperion インディアナ州データセンター（1GW規模）を建設開始。同時期、AI業界全体で $650B超の年間資本支出（2026）が報告され、データセンター・電力需要が指数関数的増加（Goldman Sachs推計：2023比で2030年に175%増）。Blo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5394960"/>
            <a:ext cx="1188720" cy="27432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Meta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4884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4884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NVIDIA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29000" y="53949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2900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9160" y="5394960"/>
            <a:ext cx="1188720" cy="274320"/>
          </a:xfrm>
          <a:prstGeom prst="round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0916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Microsoft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35204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00800" y="36301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6301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AI安全性への懸念による業界内『価値観対立』の顕在化と人材流出加速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069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Anthropic Safeguards Research責任者がX投稿で『世界は危機的状況(peril)』と発表し、公開辞任を表明。同投稿が56M views/36時間を記録し『existential threat to AI』がviral化。OpenAI研究員Hieu Phamも『existential threatを実感』と離職公表。Morning Brewの報道で『複数のAI企業の研究者が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46520" y="53949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26680" y="53949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2668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0684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0684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xAI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5760720" y="2011680"/>
            <a:ext cx="457200" cy="274320"/>
          </a:xfrm>
          <a:prstGeom prst="right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ight Arrow 56"/>
          <p:cNvSpPr/>
          <p:nvPr/>
        </p:nvSpPr>
        <p:spPr>
          <a:xfrm>
            <a:off x="5760720" y="4526280"/>
            <a:ext cx="457200" cy="274320"/>
          </a:xfrm>
          <a:prstGeom prst="right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own Arrow 57"/>
          <p:cNvSpPr/>
          <p:nvPr/>
        </p:nvSpPr>
        <p:spPr>
          <a:xfrm>
            <a:off x="3063240" y="3300984"/>
            <a:ext cx="274320" cy="201168"/>
          </a:xfrm>
          <a:prstGeom prst="down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2026-02-19  |  Page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Meta・NVIDIA 巨大取引：メタが NVIDIA Grace CPU・Vera Rubin GPU 200万個規模追加購入、AI データセンター・電力需要が産業ボトルネック化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Meta Platforms が NVIDIA との sweeping new deal を発表。Hopper・Vera Rubin GPUs（200万個規模）加えて、NVIDIA Grace standalone CPUs をfirst デプロイメント で活用。Grace CP...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AI industry の power supply competition が急速化。2026-2030年に データセンター grid interconnection は critical reso...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Meta  |  Business  |  CNBC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[UPDATE] AI安全性への懸念が業界で『viral化』：Anthropic Safeguards Research責任者が『existential threat』で離職公表、OpenAI・Meta研究者も相次ぎ警告、業界内『価値観分裂』が顕在化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09067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61C"/>
                </a:solidFill>
                <a:latin typeface="Meiryo"/>
              </a:defRPr>
            </a:pPr>
            <a:r>
              <a:t>&gt;&gt; 前日（2026-02-12）に Axios が初報。本日（2026-02-19）で『AI safety concern』が業界full-scale movement に escalate。新情報：Morning Brew が『複数企業の同時期警告』を報道。Musk による Anthropic attack が『political warfare』としての dimension を add。Anthropic の『$20M political donation』が『safety regulation』を political power通じて制度化する strategy。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2918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Anthropic Safeguards Research team の head が『The world is in peril』と公開辞任を発表。投稿が 56M views in 36 hours を記録し『AI existential threat』が viral化。同時期...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315468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31729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35584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Safeguards researcher の離職により、Anthropic の『safety brand』に damage。同時に OpenAI・Meta での researcher離職も進行。Ta...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Anthropic  |  Policy  |  Axios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52628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526280"/>
            <a:ext cx="54864" cy="164592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800" y="4663440"/>
            <a:ext cx="457200" cy="45720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634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4440" y="481888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234440" y="4818888"/>
            <a:ext cx="1463040" cy="109728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4599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Anthropic Super Bowl LX 広告キャンペーン成功：Claude アプリが米国 App Store 41位から Top 10 躍進、OpenAI との『消費者向けAI市場』での直接競争激化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0292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Anthropic が Super Bowl LX（2月2日）で OpenAI を批判する Claude 広告を放映。BNP Paribas data analysis で『Anthropic が highest increase in site visits &amp; users』。...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493776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495604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513892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消費者向けAI市場での『brand competition』が激化。App store top 10 ranking が『default install behavior』driving。Super ...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897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Anthropic  |  Business  |  CNBC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2026-02-19  |  Page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46304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ElevenLabs Series D ラウンド $500M 調達で AI Voice 企業の mega-round 加速、Runway AI video も $315M Series E で $5.3B valuation 達成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Voice AI company ElevenLabs が $500M Series D fundraise を Sequoia Capital lead で発表（2月4日）。Valuation $11B に達成。同時期に Runway（AI video generation）が...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Specialized AI application market の『consolidation stage』入り：voice AI・video gen・robotics AI での『de fact...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Business  |  TechCrunch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Global Market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2026-02-19  |  Page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2026年2月のグローバルAI業界は『地政学的分裂』『規制圧力』『インフラボトルネック』の三つの構造的課題が同時進行する局面に入った。米国はPentagon圧力でAnthropicを『安全保障vs倫理』の二者選択に追い込み、同時にOpenAI・Google・xAIの軍事利用承認で『防衛産業AI独占』を進行。インド・BRICS圏ではModi政権が『AI主権・データローカライゼーション』を掲げ、US企業との『新興市場争奪戦』が激化。欧州は『AI regulation』（EU AI Act）で『AI safety standards制度化』を推進し、US『capability-first』戦略との規制スタンス対立。中国はexport restriction対抗で『独立AI development』に投資加速（但し報道が限定的）。Global capital flow：2025年AI VC投資 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IMPACT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6655" y="1261872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56655" y="14173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6655" y="14173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6383" y="16002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6383" y="16002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295" y="14904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Pentagon・Anthropic対立が『AI enterprises policy pressure』の precedent化：Defense sector contractが『ethical constraint removal』を mandate，ot...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655" y="23317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6655" y="233172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6383" y="251460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6383" y="25146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295" y="24048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インドAI Impact Summit開催による『新興市場でのAI覇権競争』白熱化：Modi政権の『IndiaAI Mission』+ Adani $100B投資でインド『AI sovereign』構想が地政学的重要性を増加，US企業の India デプロイメ...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6655" y="32461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6655" y="324612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66383" y="342900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6383" y="34290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295" y="33192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AI安全性懸念の『業界内viral化』による『talent market distortion』：AI safety researcher離職・union organizing可能性，leading AI company の『ethics vs profit』...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6655" y="41605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6655" y="4160520"/>
            <a:ext cx="54864" cy="82296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66383" y="4343400"/>
            <a:ext cx="365760" cy="365760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6383" y="4343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295" y="42336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メタ・NVIDIA等のインフラ投資加速で『電力確保競争』がAI産業ボトルネック化：renewable energy・nuclear power契約競争，grid capacity constraint，electricity cost inflation が ...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6655" y="50749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6655" y="50749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66383" y="52578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6383" y="52578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5295" y="51480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『消費者向けAI市場』の white-hot化でbrand dominance（Super Bowl広告等）が『IPO valuation differentiator』化：Anthropic・OpenAI competing in『enterprise AI...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日本市場インパクト &amp; アクション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2026-02-19  |  Page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5BAB"/>
                </a:solidFill>
                <a:latin typeface="Meiryo"/>
              </a:defRPr>
            </a:pPr>
            <a:r>
              <a:t>日本市場への影響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61872"/>
            <a:ext cx="13716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6184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184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49047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日本企業の『LLM dependency』による『技術主権喪失』リスク：OpenAI・Anthropic等の global model dependency で日本の『AI industrial policy』が passive化，特に『generative AI applica...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54864" cy="86868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257860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786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45059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Data localization requirement による『cloud service デプロイメント複雑化』：個人情報保護法・FISC guidelines・金融庁guideline等による『data residency requirement』が US・EU clou...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3756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3756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" y="35387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5387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41071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大型AI model開発capability の『決定的遅延』：Anthropic $380B・OpenAI $500B+の capital intensive model development に日本企業が対抗困難，『frontier model race』から『applic...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6655" y="960120"/>
            <a:ext cx="5486400" cy="548640"/>
          </a:xfrm>
          <a:prstGeom prst="round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9535" y="1051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■  ACTION ITEMS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6655" y="1645920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93815" y="1874520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3815" y="187452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295" y="1737360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【経済産業省・総務省】2026年 Q2までに『AI戦略 updated version』で『Japan-specific ソブリンAI roadmap』作成，特に『efficient LLM development target』『data localization best p...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6655" y="2670048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93815" y="2898648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3815" y="28986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5295" y="2761488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【SoftBank・NTT・Sony等 大型企業】2026年内に『domestic or allied ソブリンAI model』（OpenAI・Anthropic以外の選択肢：Mistral・xAI・Cohere等）への multi-model デプロイメント strategy...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6655" y="3694176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93815" y="3922776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3815" y="3922776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5295" y="3785616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【大学・研究機関（東大・京大等）】『Japan-native efficient LLM development』consortium創設（funding：RIKEN・JST・経産省），特に『domain-specific models（healthcare・manufactur...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AI業界標準規格 / プロトコル一覧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2026-02-19  |  Page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371600"/>
                <a:gridCol w="914400"/>
                <a:gridCol w="5699455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規格名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発表元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レイヤー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概要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UCP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2026-01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AIエージェント経由の商取引を標準化。A2A・MCP・AP2を統合オーケストレーションする上位プロトコル。Shopify・Walmart等が支持。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 Skills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 Capability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2025-12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AIエージェントに再現可能なワークフローを教えるオープン標準。SKILL.mdベースのプログレッシブ・ディスクロージャー方式。Microsoft・OpenAI等が採用。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ANP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ANP Community (中国移動/Huawei等)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Network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数十億のエージェントのためのネットワークプロトコル。W3C DIDによるID認証、JSON-LDによる能力公開の3層アーキテクチャ。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ACP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 + Stripe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2025-09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AIエージェント経由の商取引フローを実現するオープン標準。物理/デジタル商品、サブスクリプション対応。ChatGPTで実装済み。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Project Instruction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AIコーディングエージェントにプロジェクト固有のガイダンスを提供するMarkdownベース規約。Copilot・Cursor・Gemini CLI等が対応。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A2A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 Cloud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Agent-Agent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2025-04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異なるプラットフォーム・ベンダー間でAIエージェント同士が通信・協働するオープンプロトコル。MCPの補完的位置づけ。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2024-11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AIモデルを外部データソース・ツールに接続するオープン標準。10,000以上のMCPサーバーが公開済み。OpenAI・Google・Microsoft等が採用。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Meiryo"/>
              </a:defRPr>
            </a:pPr>
            <a:r>
              <a:t>※ キャッチアップ時に自動更新  |  各公式サイトで最新情報をご確認ください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Data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2026-02-19  |  Page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any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5303520" cy="2468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51560"/>
            <a:ext cx="5303520" cy="2468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portance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03320"/>
            <a:ext cx="5303520" cy="24688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ews_landsc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703320"/>
            <a:ext cx="53035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Sources (引用元一覧)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2026-02-19  |  Page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CNBC: https://www.cnbc.com/2026/02/18/anthropic-pentagon-ai-defense-war-surveillance.html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CNBC: https://www.cnbc.com/2026/02/18/nvidia-india-ai-vc-data-center-partners.html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Fortune: https://fortune.com/2026/02/18/dragonfly-term-sheet-venture-capital-blockchain-crypto-polymarket-rain/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CNBC: https://www.cnbc.com/2026/02/13/anthropic-open-ai-super-bowl-ads.html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Axios: https://www.axios.com/2026/02/12/ai-openai-agi-xai-doomsday-scenario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TechCrunch: https://techcrunch.com/2026/02/04/elevenlabs-raises-500m-from-sequioia-at-a-11-billion-valuation/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CNBC: https://www.cnbc.com/2026/02/17/meta-nvidia-deal-ai-data-center-chips.html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Meiryo"/>
              </a:defRPr>
            </a:pPr>
            <a:r>
              <a:t>AI News Daily Deck - Generated by Claude Code | 本レポートは生成AIにより自動作成されており、一部ハルシネーションを含む可能性があります。元記事URLから一次情報をご確認ください。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