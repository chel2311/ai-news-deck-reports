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2026-02-11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5件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OpenAIの広告導入でAnthropicとの差別化戦略が鮮明に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AI動画生成Runwayが評価額53億ドルで3.15億ドル調達、Gen 4.5リリース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2026年1月のAIスタートアップ資金調達は300億ドル超、2025年は1500億ドルで全VC資金の40%占める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OpenAI、ChatGPTに広告導入開始 - Anthropicと差別化戦略で対立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OpenAI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OpenAIは2月10日、ChatGPTの無料版と「Go」プランで広告のテスト配信を開始。Anthropicは「Claudeは広告なし」と宣言し、OpenAIを揶揄する広告を展開。Sam Altman CEOは「不誠実」と反論。両社の収益化戦略の違いが鮮明になった。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企業ユーザーはプライバシー懸念から広告なしAnthropicへ移行する可能性。OpenAIの収益源多様化は進むが信頼性低下リスク。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2026年中に広告収益が全体の10-15%に達する見込み。Anthropicは企業向けAPI市場でシェア拡大を狙う。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広告表示による回答品質低下、ユーザー離れ、競合優位性喪失の懸念。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Runway、53億ドル評価で3.15億ドル調達 - Gen 4.5で長尺動画生成が可能に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AI動画生成のRunwayが2月10日、シリーズEラウンドで3.15億ドルを調達し、評価額が前回の28億ドルから53億ドルへ約2倍に上昇。最新モデルGen 4.5はHD動画生成、ネイティブ音声、マルチショット生成、キャラクター一貫性を実現。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従来の映像制作コストを80%削減可能。クリエイター向けサブスク市場で月額50-200ドルの需要拡大。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Video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 Claude 5、2026年2-3月リリース予定 - 推論能力とシステム連携を強化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Anthropicは2026年2月または3月に次世代モデルClaude 5をリリース予定。持続的推論（Sustained Reasoning）とクロスシステム統合機能を強化し、より複雑なタスクを長時間処理可能に。OpenAI・Microsoftも採用したMCP（Model Con...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企業向けAIエージェント市場で優位性確立。開発者ツール統合が加速し、APIエコシステム拡大。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2026年1月、AIスタートアップに300億ドル流入 - インフラ・ロボティクスが牽引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2026年1月のグローバルスタートアップ資金調達は300億ドル超を記録し、AIインフラ、コンピュート、ロボティクス、データプラットフォームが主導。2025年通年ではAIスタートアップが1500億ドル調達し、全VC資金の40%以上を占めた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VC資金の40%がAIに集中し、従来型SaaS・コンシューマーアプリへの投資は縮小。エンタープライズAI市場が2026年に1000億ドル突破予測。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Intellizence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OpenAI、Nvidiaとの関係悪化 - 1000億ドル投資計画から撤退報道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Wall Street Journalが報じたところによると、NvidiaはOpenAIへの1000億ドル投資計画から撤退。OpenAIは代替チップ調達を検討中。Sam AltmanはNvidiaとの関係悪化の噂を否定しようと試みているが、供給多様化の動きは明確。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Nvidia依存度低下は業界全体の競争促進。ただし短期的には学習効率低下やモデル開発遅延リスク。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Anthropic、MCPで「AIのUSB-C」標準化に成功 - OpenAI・Microsoftも採用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Protocol（MCP）がAIエージェント接続の標準規格として急速に普及。OpenAIとMicrosoftが公式採用を表明し、データベース・検索エンジン・APIとの統合が簡素化。「AIのUSB-C」として業界標準化が確定的に。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開発者は1つのプロトコルで複数AIモデルに対応可能。エージェント開発コストが60%削減、統合期間が数週間→数日へ短縮。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TechCrunch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2026年2月、AI業界は収益化と規制の両面で転換点を迎えた。米国ではOpenAIの広告導入、Anthropicの広告なし戦略、Metaのクローズドモデル転換と、各社の収益化戦略が明確化。欧州ではEU AI Actが実質的に施行され、世界標準としての影響力拡大。中国は独自の生成AI規制を強化し、国内市場の囲い込みを加速。グローバルVC資金の40%がAI分野に集中し、2026年1月だけで300億ドル超が流入。一方、規制不確実性が投資判断を複雑化させ、米国の連邦・州対立、EU域外企業への厳格要件が企業戦略に影響。AI動画生成（Runway 53億ドル評価）、世界モデル（Google Genie）、エージェント標準化（Anthropic MCP）が次世代技術の主戦場に。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米国: OpenAI広告導入で信頼性と収益性のトレードオフ議論。連邦・州規制対立が企業負担増加。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欧州: EU AI Act施行でコンプライアンス優位。米国企業の欧州展開に高いハードル。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中国: 独自規制で国内AI企業保護。ByteDance、Baidu、Alibabaが内需市場で優位確立。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企業のAI導入が実証実験→本格運用へ。製造業（品質管理）、金融（与信審査）、医療（画像診断）で活用加速。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日本版基盤モデル開発は遅延。海外AIの活用・統合戦略が主流に。NTT・富士通・NECの共同開発は2027年商用化目標。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経産省「AI活用ガイドライン2.0」に準拠した社内規定整備。特に製造業・金融・医療業界は早急対応必要。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クリエイティブ産業（アニメ・ゲーム・広告）はRunway、Adobe Firefly等の導入で制作効率3-5倍向上を目指す。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個人情報保護委員会のAI学習データ透明性要求に対応。データガバナンス体制構築とコンプライアンスチーム設置。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海外AIモデル（Claude、GPT、Gemini）のAPI統合を優先。自社開発よりも既存AIの業務適応が現実的選択。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Intellizence: https://intellizence.com/insights/startup-funding/startup-funding-trends-january-2026-ai-infrastructure-and-robotics/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Digital Watch Observatory: https://dig.watch/updates/adobe-firefly-unlocks-powerful-unlimited-ai-generation-in-2026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https://www.axios.com/2026/02/10/ai-ceo-feuds-openai-anthropic-google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InfoQ: https://www.infoq.com/news/2026/01/microsoft-llm-contextual-privacy/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Xplore: https://techxplore.com/news/2026-02-ai-limits-generative-video.html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NBC News: https://www.nbcnews.com/tech/internet/openai-starts-testing-ads-chatgpt-rcna258242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Medium: https://medium.com/@urano10/the-future-of-ai-models-in-2026-whats-actually-coming-410141f3c979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https://techcrunch.com/2026/02/10/ai-video-startup-runway-raises-315m-at-5-3b-valuation-eyes-more-capable-world-models/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DigiTimes: https://www.digitimes.com/news/a20251215PD230/meta-ai-llm-llama-development.html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https://techcrunch.com/2026/01/02/in-2026-ai-will-move-from-hype-to-pragmatism/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