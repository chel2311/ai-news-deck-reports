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834640"/>
            <a:ext cx="10362895" cy="54864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eiryo"/>
              </a:defRPr>
            </a:pPr>
            <a:r>
              <a:t>2026-02-10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A4D9"/>
                </a:solidFill>
                <a:latin typeface="Meiryo"/>
              </a:defRPr>
            </a:pPr>
            <a:r>
              <a:t>11 件のニュース  |  OpenAI, Anthropic, Microsoft, Other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2468880" cy="12801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46888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BAB"/>
                </a:solidFill>
                <a:latin typeface="Meiryo"/>
              </a:rPr>
              <a:t>11</a:t>
            </a:r>
            <a:r>
              <a:rPr sz="16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51560"/>
            <a:ext cx="2468880" cy="12801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051560"/>
            <a:ext cx="246888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BAB"/>
                </a:solidFill>
                <a:latin typeface="Meiryo"/>
              </a:rPr>
              <a:t>Other</a:t>
            </a:r>
            <a:r>
              <a:rPr sz="1600">
                <a:solidFill>
                  <a:srgbClr val="6C757D"/>
                </a:solidFill>
                <a:latin typeface="Meiryo"/>
              </a:rPr>
              <a:t> 6件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468880" cy="12801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46888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BAB"/>
                </a:solidFill>
                <a:latin typeface="Meiryo"/>
              </a:rPr>
              <a:t>11</a:t>
            </a:r>
            <a:r>
              <a:rPr sz="16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051560"/>
            <a:ext cx="2468880" cy="12801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051560"/>
            <a:ext cx="246888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463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BAB"/>
                </a:solidFill>
                <a:latin typeface="Meiryo"/>
              </a:rPr>
              <a:t>4</a:t>
            </a:r>
            <a:r>
              <a:rPr sz="16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97480"/>
            <a:ext cx="11094415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Meiryo"/>
              </a:defRPr>
            </a:pPr>
            <a:r>
              <a:t>2026年2月、AIモデル競争が激化し、Anthropic Claude Opus 4.6とOpenAI Codexが同日リリース。ビッグテック4社のAI投資総額は7000億ドルに到達、Metaが投資効果を実証する一方Microsoftは株価10%急落。AI規制ではコロラド州が施行を6月に延期し、カリフォルニア州では複数のAI法が施行開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eiryo"/>
              </a:defRPr>
            </a:pPr>
            <a:r>
              <a:t>Anthropic Claude Opus 4.6リリース、ソフトウェア業界に衝撃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eiryo"/>
              </a:defRPr>
            </a:pPr>
            <a:r>
              <a:t>Anthropic    |    LLM    |    ★★★★★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94415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Meiryo"/>
              </a:defRPr>
            </a:pPr>
            <a:r>
              <a:t>2月5日、Anthropic社がClaude Opus 4.6をリリース。OpenAI GPT-5.2を上回るベンチマーク性能を達成し、法務・財務・営業分野向けCoworkプラグインを発表。専門ソフトウェア株が急落し、業界に大きな影響を与えた。PowerPoint統合機能も研究プレビューとして提供開始。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Source: CNN Business - https://www.cnn.com/2026/02/05/tech/anthropic-opus-update-software-stocks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OpenAI  (1件)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41148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41148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OpenAI、Anthropicの15分後にCodexとGPT-5.3を発表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2月5日、OpenAIがエージェント型コーディングツールCodexとGPT-5.3 Codexモデルを発表。Anthropicのリリースのわずか15分後の発表となり、両社の激しい競争が浮き彫りに。Codexは今週初めにリリースされたツールの能力を加速する設計。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LLM    |    TechCrunch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Anthropic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2286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★★★★★  Anthropic Claude Opus 4.6リリース、ソフトウェア業界に衝撃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2月5日、Anthropic社がClaude Opus 4.6をリリース。OpenAI GPT-5.2を上回るベンチマーク性能を達成し、法務・財務・営業分野向けCoworkプラグインを発表。専門ソフトウェア株が急落し、業界に大きな影響を与えた。PowerPoint統合機能も研究プレビューとして提供開始。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LLM    |    CNN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64008" cy="2286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★★★★★  エージェント型AI元年：Model Context Protocol（MCP）がLinux Foundationに寄付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AnthropicのModel Context Protocol（MCP）が「AI版USB-C」として業界標準化へ。OpenAIとMicrosoftが公式採用を表明し、Linux Foundation傘下のAgentic AI Foundationに寄付。Googleも自社製品接続用のMCPサーバー構築を開始し、エージェント型AI普及の基盤が整備。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LLM    |    LLM Stats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Microsoft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228600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★★★★★  ビッグテック4社、AI投資総額7000億ドルに到達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Microsoft、Alphabet、Amazon、Metaの4社が2026年のAI関連設備投資で合計約7000億ドルを支出予定。Amazonが2000億ドルで最大、Microsoftが1450億ドル、Alphabetが最大1850億ドル、Metaが最大1350億ドル。キャッシュフロー圧迫が懸念材料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Axios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64008" cy="228600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★★★★★  AIコード生成が主流化：Microsoft/Google共にコードの25-30%がAI生成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AIコード生成がAIの最初の主要ビジネスユースケースとして確立。Microsoftコードの30%、Googleコードの25%以上がAI生成に。OpenAI Codex、Anthropic Coworkプラグイン、GitHub Copilotが開発ワークフローに統合され、ソフトウェア開発の生産性が劇的向上。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MIT Technology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Other  (6件)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AI規制：コロラド州法施行を6月に延期、連邦vs州の対立激化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コロラド州がAI法の施行を2月1日から6月30日に延期。高リスクAIシステムに対するリスク管理とアルゴリズム差別の緩和を義務化。連邦政府は3月11日までに「過度な州法」の評価を公表予定で、州法の先制排除を示唆し連邦vs州の対立が表面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Policy    |    National Law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AIスタートアップ資金調達ラッシュ：Goodfire 15億ドル評価、Fundamental 2.5億ドル調達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2月5日、AI関連スタートアップが大型資金調達を実施。FundamentalがシリーズAで2.5億ドル調達、GoodfireがシリーズBで1.5億ドル調達し評価額12.5億ドルに到達。Tomorrow.ioがDeepSky衛星ネットワーク展開で1.75億ドル調達。X-Humanoidが初回外部資金で1億ドル調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Tech Startups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Other  (6件)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中国AI企業の台頭：Moonshot AIとAlibabaが米国モデルに迫る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中国Moonshot AIがKimi K2.5をリリース、動画生成とエージェント機能を搭載。Alibaba Qwen3-Max-Thinkingがグローバル基準で優位性を示す。中国モデルのリリース遅延が数ヶ月から数週間、時には数日に短縮。シリコンバレー企業が密かに中国オープンソースモデルを採用開始。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LLM    |    LLM Stats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量子コンピューティング実用化元年：IBM 2026年に古典超越を宣言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IBMが2026年を量子コンピュータが初めて古典コンピュータを上回る性能を達成する年と公式宣言。MicrosoftがMajorana 1トポロジカル量子ビットチップをリリース、単一チップに数百万量子ビットの搭載が可能なアーキテクチャを実現。AIと量子の融合が加速。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MIT Technology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Other  (6件)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エッジAIとオンデバイスAI、2026年に主流化へ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2026年はオンデバイスAIとエッジインテリジェンスが主流化する年。業界はスケールアップ（H200/B200/GB200スーパーチップ）とスケールアウト（エッジ最適化、量子化、小型LLM）の戦略分岐。効率性重視のモデルクラスが純粋なスケーリングを上回る重要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IBM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64008" cy="2286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★★★★☆  AIが科学研究のパートナーに：仮説生成から実験制御まで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3721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2026年、AIが論文要約や質問応答を超えて、物理・化学・生物学での発見プロセスに積極参加。仮説生成、科学実験制御ツール使用、人間・AIコラボレーションを実現。エネルギー省は7月22日までにロボット研究所とAI主導実験・製造施設の能力評価を実施予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9595"/>
                </a:solidFill>
                <a:latin typeface="Meiryo"/>
              </a:defRPr>
            </a:pPr>
            <a:r>
              <a:t>Business    |    MIT Sloan Management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日本市場動向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4415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Meiryo"/>
              </a:defRPr>
            </a:pPr>
            <a:r>
              <a:t>日本企業は2026年2月時点でAI投資と実装で米中に大きく後れを取っている。ビッグテックの7000億ドル投資に対し、日本企業の投資規模は桁違いに小さく、独自AIモデル開発でも存在感を示せていない。特にエージェント型AI、量子コンピューティング、AIコード生成などの最先端領域での遅れが顕著。カリフォルニア州やコロラド州のAI規制法は日本の法整備にも影響を与える可能性があり、グローバル展開する日本企業は複数地域の規制対応が必須に。エッジAI・オンデバイスAI領域では、日本の電機メーカーやモバイルチップメーカーが強みを発揮できる可能性があり、ここが突破口となる。AI人材不足も深刻で、AI科学研究パートナー活用による生産性向上が急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企業別ニュース件数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10</a:t>
            </a:r>
          </a:p>
        </p:txBody>
      </p:sp>
      <p:pic>
        <p:nvPicPr>
          <p:cNvPr id="5" name="Picture 4" descr="compan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97280"/>
            <a:ext cx="9601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分野別ニューストレンド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11</a:t>
            </a:r>
          </a:p>
        </p:txBody>
      </p:sp>
      <p:pic>
        <p:nvPicPr>
          <p:cNvPr id="5" name="Picture 4" descr="category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97280"/>
            <a:ext cx="9601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キーワード分布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12</a:t>
            </a:r>
          </a:p>
        </p:txBody>
      </p:sp>
      <p:pic>
        <p:nvPicPr>
          <p:cNvPr id="5" name="Picture 4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97280"/>
            <a:ext cx="9601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ニュース重要度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13</a:t>
            </a:r>
          </a:p>
        </p:txBody>
      </p:sp>
      <p:pic>
        <p:nvPicPr>
          <p:cNvPr id="5" name="Picture 4" descr="importanc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97280"/>
            <a:ext cx="9601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9595"/>
                </a:solidFill>
                <a:latin typeface="Meiryo"/>
              </a:defRPr>
            </a:pPr>
            <a:r>
              <a:t>AI News Daily Deck  |  2026-02-10  |  Page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4415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eiryo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Tech Startups: https://techstartups.com/2026/02/05/top-startup-and-tech-funding-news-february-5-2025/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MIT Technology Review: https://www.technologyreview.com/2026/01/12/1130027/generative-coding-ai-software-2026-breakthrough-technology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IBM: https://www.ibm.com/think/news/ai-tech-trends-predictions-2026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TechCrunch: https://techcrunch.com/2026/02/05/openai-launches-new-agentic-coding-model-only-minutes-after-anthropic-drops-its-own/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LLM Stats: https://llm-stats.com/llm-updates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National Law Review: https://natlawreview.com/article/2026-outlook-artificial-intelligence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Axios: https://www.axios.com/2026/02/06/amazon-microsoft-meta-ai-investment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MIT Sloan Management Review: https://sloanreview.mit.edu/article/five-trends-in-ai-and-data-science-for-2026/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CNN Business: https://www.cnn.com/2026/02/05/tech/anthropic-opus-update-software-stocks</a:t>
            </a:r>
          </a:p>
          <a:p>
            <a:pPr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MIT Technology Review: https://www.technologyreview.com/2026/01/05/1130662/whats-next-for-ai-in-2026/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Meiryo"/>
              </a:defRPr>
            </a:pPr>
            <a:r>
              <a:t>AI News Daily Deck - Generated by Claude Code | 情報の正確性は各ソースをご確認ください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